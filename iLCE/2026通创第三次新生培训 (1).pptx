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notesSlides/notesSlide5.xml" ContentType="application/vnd.openxmlformats-officedocument.presentationml.notesSlide+xml"/>
  <Override PartName="/ppt/slides/slide8.xml" ContentType="application/vnd.openxmlformats-officedocument.presentationml.slide+xml"/>
  <Override PartName="/ppt/notesSlides/notesSlide6.xml" ContentType="application/vnd.openxmlformats-officedocument.presentationml.notesSlide+xml"/>
  <Override PartName="/ppt/slides/slide9.xml" ContentType="application/vnd.openxmlformats-officedocument.presentationml.slide+xml"/>
  <Override PartName="/ppt/notesSlides/notesSlide7.xml" ContentType="application/vnd.openxmlformats-officedocument.presentationml.notesSlide+xml"/>
  <Override PartName="/ppt/slides/slide10.xml" ContentType="application/vnd.openxmlformats-officedocument.presentationml.slide+xml"/>
  <Override PartName="/ppt/notesSlides/notesSlide8.xml" ContentType="application/vnd.openxmlformats-officedocument.presentationml.notesSlide+xml"/>
  <Override PartName="/ppt/slides/slide11.xml" ContentType="application/vnd.openxmlformats-officedocument.presentationml.slide+xml"/>
  <Override PartName="/ppt/notesSlides/notesSlide9.xml" ContentType="application/vnd.openxmlformats-officedocument.presentationml.notesSlide+xml"/>
  <Override PartName="/ppt/slides/slide12.xml" ContentType="application/vnd.openxmlformats-officedocument.presentationml.slide+xml"/>
  <Override PartName="/ppt/slides/slide13.xml" ContentType="application/vnd.openxmlformats-officedocument.presentationml.slide+xml"/>
  <Override PartName="/ppt/notesSlides/notesSlide10.xml" ContentType="application/vnd.openxmlformats-officedocument.presentationml.notesSlide+xml"/>
  <Override PartName="/ppt/slides/slide14.xml" ContentType="application/vnd.openxmlformats-officedocument.presentationml.slide+xml"/>
  <Override PartName="/ppt/notesSlides/notesSlide11.xml" ContentType="application/vnd.openxmlformats-officedocument.presentationml.notesSlide+xml"/>
  <Override PartName="/ppt/slides/slide15.xml" ContentType="application/vnd.openxmlformats-officedocument.presentationml.slide+xml"/>
  <Override PartName="/ppt/notesSlides/notesSlide12.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clrMru>
    <a:srgbClr val="FFFFFF"/>
    <a:srgbClr val="086198"/>
    <a:srgbClr val="266999"/>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084" autoAdjust="0"/>
    <p:restoredTop sz="96640" autoAdjust="0"/>
  </p:normalViewPr>
  <p:slideViewPr>
    <p:cSldViewPr snapToGrid="0">
      <p:cViewPr varScale="1">
        <p:scale>
          <a:sx n="87" d="100"/>
          <a:sy n="87" d="100"/>
        </p:scale>
        <p:origin x="84" y="24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tableStyles" Target="tableStyle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32" name=""/>
        <p:cNvGrpSpPr/>
        <p:nvPr/>
      </p:nvGrpSpPr>
      <p:grpSpPr>
        <a:xfrm>
          <a:off x="0" y="0"/>
          <a:ext cx="0" cy="0"/>
          <a:chOff x="0" y="0"/>
          <a:chExt cx="0" cy="0"/>
        </a:xfrm>
      </p:grpSpPr>
      <p:sp>
        <p:nvSpPr>
          <p:cNvPr id="1048906"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altLang="en-US" lang="zh-CN"/>
          </a:p>
        </p:txBody>
      </p:sp>
      <p:sp>
        <p:nvSpPr>
          <p:cNvPr id="1048907"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31395981-17E4-4F00-8F92-6C0CC2F233EE}" type="datetimeFigureOut">
              <a:rPr altLang="en-US" lang="zh-CN" smtClean="0"/>
            </a:fld>
            <a:endParaRPr altLang="en-US" lang="zh-CN"/>
          </a:p>
        </p:txBody>
      </p:sp>
      <p:sp>
        <p:nvSpPr>
          <p:cNvPr id="1048908"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8909"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910"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altLang="en-US" lang="zh-CN"/>
          </a:p>
        </p:txBody>
      </p:sp>
      <p:sp>
        <p:nvSpPr>
          <p:cNvPr id="1048911"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8777355B-8ED9-43F4-A0A7-6D6B0B433D9B}"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39" name=""/>
        <p:cNvGrpSpPr/>
        <p:nvPr/>
      </p:nvGrpSpPr>
      <p:grpSpPr>
        <a:xfrm/>
      </p:grpSpPr>
      <p:sp>
        <p:nvSpPr>
          <p:cNvPr id="1048679" name="幻灯片图像占位符 1"/>
          <p:cNvSpPr>
            <a:spLocks noGrp="1"/>
          </p:cNvSpPr>
          <p:nvPr>
            <p:ph type="sldImg" idx="2"/>
          </p:nvPr>
        </p:nvSpPr>
        <p:spPr/>
      </p:sp>
      <p:sp>
        <p:nvSpPr>
          <p:cNvPr id="1048680" name="文本占位符 2"/>
          <p:cNvSpPr>
            <a:spLocks noGrp="1"/>
          </p:cNvSpPr>
          <p:nvPr>
            <p:ph type="body" idx="3"/>
          </p:nvPr>
        </p:nvSpPr>
        <p:spPr/>
        <p:txBody>
          <a:bodyPr/>
          <a:p>
            <a:endParaRPr altLang="en-US"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66" name=""/>
        <p:cNvGrpSpPr/>
        <p:nvPr/>
      </p:nvGrpSpPr>
      <p:grpSpPr>
        <a:xfrm/>
      </p:grpSpPr>
      <p:sp>
        <p:nvSpPr>
          <p:cNvPr id="1048690" name="幻灯片图像占位符 1"/>
          <p:cNvSpPr>
            <a:spLocks noGrp="1"/>
          </p:cNvSpPr>
          <p:nvPr>
            <p:ph type="sldImg" idx="2"/>
          </p:nvPr>
        </p:nvSpPr>
        <p:spPr/>
      </p:sp>
      <p:sp>
        <p:nvSpPr>
          <p:cNvPr id="1048691" name="文本占位符 2"/>
          <p:cNvSpPr>
            <a:spLocks noGrp="1"/>
          </p:cNvSpPr>
          <p:nvPr>
            <p:ph type="body" idx="3"/>
          </p:nvPr>
        </p:nvSpPr>
        <p:spPr/>
        <p:txBody>
          <a:bodyPr/>
          <a:p>
            <a:endParaRPr altLang="en-US" 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70" name=""/>
        <p:cNvGrpSpPr/>
        <p:nvPr/>
      </p:nvGrpSpPr>
      <p:grpSpPr>
        <a:xfrm/>
      </p:grpSpPr>
      <p:sp>
        <p:nvSpPr>
          <p:cNvPr id="1048700" name="幻灯片图像占位符 1"/>
          <p:cNvSpPr>
            <a:spLocks noGrp="1"/>
          </p:cNvSpPr>
          <p:nvPr>
            <p:ph type="sldImg" idx="2"/>
          </p:nvPr>
        </p:nvSpPr>
        <p:spPr/>
      </p:sp>
      <p:sp>
        <p:nvSpPr>
          <p:cNvPr id="1048701" name="文本占位符 2"/>
          <p:cNvSpPr>
            <a:spLocks noGrp="1"/>
          </p:cNvSpPr>
          <p:nvPr>
            <p:ph type="body" idx="3"/>
          </p:nvPr>
        </p:nvSpPr>
        <p:spPr/>
        <p:txBody>
          <a:bodyPr/>
          <a:p>
            <a:endParaRPr altLang="en-US" 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73" name=""/>
        <p:cNvGrpSpPr/>
        <p:nvPr/>
      </p:nvGrpSpPr>
      <p:grpSpPr>
        <a:xfrm/>
      </p:grpSpPr>
      <p:sp>
        <p:nvSpPr>
          <p:cNvPr id="1048704" name="幻灯片图像占位符 1"/>
          <p:cNvSpPr>
            <a:spLocks noGrp="1"/>
          </p:cNvSpPr>
          <p:nvPr>
            <p:ph type="sldImg" idx="2"/>
          </p:nvPr>
        </p:nvSpPr>
        <p:spPr/>
      </p:sp>
      <p:sp>
        <p:nvSpPr>
          <p:cNvPr id="1048705" name="文本占位符 2"/>
          <p:cNvSpPr>
            <a:spLocks noGrp="1"/>
          </p:cNvSpPr>
          <p:nvPr>
            <p:ph type="body" idx="3"/>
          </p:nvPr>
        </p:nvSpPr>
        <p:spPr/>
        <p:txBody>
          <a:bodyPr/>
          <a:p>
            <a:endParaRPr altLang="en-US" 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77" name=""/>
        <p:cNvGrpSpPr/>
        <p:nvPr/>
      </p:nvGrpSpPr>
      <p:grpSpPr>
        <a:xfrm/>
      </p:grpSpPr>
      <p:sp>
        <p:nvSpPr>
          <p:cNvPr id="1048709" name="幻灯片图像占位符 1"/>
          <p:cNvSpPr>
            <a:spLocks noGrp="1"/>
          </p:cNvSpPr>
          <p:nvPr>
            <p:ph type="sldImg" idx="2"/>
          </p:nvPr>
        </p:nvSpPr>
        <p:spPr/>
      </p:sp>
      <p:sp>
        <p:nvSpPr>
          <p:cNvPr id="1048710" name="文本占位符 2"/>
          <p:cNvSpPr>
            <a:spLocks noGrp="1"/>
          </p:cNvSpPr>
          <p:nvPr>
            <p:ph type="body" idx="3"/>
          </p:nvPr>
        </p:nvSpPr>
        <p:spPr/>
        <p:txBody>
          <a:bodyPr/>
          <a:p>
            <a:endParaRPr altLang="en-US" 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80" name=""/>
        <p:cNvGrpSpPr/>
        <p:nvPr/>
      </p:nvGrpSpPr>
      <p:grpSpPr>
        <a:xfrm/>
      </p:grpSpPr>
      <p:sp>
        <p:nvSpPr>
          <p:cNvPr id="1048714" name="幻灯片图像占位符 1"/>
          <p:cNvSpPr>
            <a:spLocks noGrp="1"/>
          </p:cNvSpPr>
          <p:nvPr>
            <p:ph type="sldImg" idx="2"/>
          </p:nvPr>
        </p:nvSpPr>
        <p:spPr/>
      </p:sp>
      <p:sp>
        <p:nvSpPr>
          <p:cNvPr id="1048715" name="文本占位符 2"/>
          <p:cNvSpPr>
            <a:spLocks noGrp="1"/>
          </p:cNvSpPr>
          <p:nvPr>
            <p:ph type="body" idx="3"/>
          </p:nvPr>
        </p:nvSpPr>
        <p:spPr/>
        <p:txBody>
          <a:bodyPr/>
          <a:p>
            <a:pPr algn="l" defTabSz="914400" eaLnBrk="1" fontAlgn="auto" hangingPunct="1" indent="0" latinLnBrk="0" lvl="0" marL="0" marR="0" rtl="0">
              <a:lnSpc>
                <a:spcPct val="100000"/>
              </a:lnSpc>
              <a:spcBef>
                <a:spcPts val="0"/>
              </a:spcBef>
              <a:spcAft>
                <a:spcPts val="0"/>
              </a:spcAft>
              <a:buClrTx/>
              <a:buSzTx/>
              <a:buFontTx/>
              <a:buNone/>
            </a:pPr>
            <a:endParaRPr altLang="en-US" 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84" name=""/>
        <p:cNvGrpSpPr/>
        <p:nvPr/>
      </p:nvGrpSpPr>
      <p:grpSpPr>
        <a:xfrm>
          <a:off x="0" y="0"/>
          <a:ext cx="0" cy="0"/>
          <a:chOff x="0" y="0"/>
          <a:chExt cx="0" cy="0"/>
        </a:xfrm>
      </p:grpSpPr>
      <p:sp>
        <p:nvSpPr>
          <p:cNvPr id="1048720" name="幻灯片图像占位符 1"/>
          <p:cNvSpPr>
            <a:spLocks noChangeAspect="1" noRot="1" noGrp="1"/>
          </p:cNvSpPr>
          <p:nvPr>
            <p:ph type="sldImg" idx="2"/>
          </p:nvPr>
        </p:nvSpPr>
        <p:spPr/>
      </p:sp>
      <p:sp>
        <p:nvSpPr>
          <p:cNvPr id="1048721" name="文本占位符 2"/>
          <p:cNvSpPr>
            <a:spLocks noGrp="1"/>
          </p:cNvSpPr>
          <p:nvPr>
            <p:ph type="body" idx="3"/>
          </p:nvPr>
        </p:nvSpPr>
        <p:spPr/>
        <p:txBody>
          <a:bodyPr/>
          <a:p>
            <a:endParaRPr altLang="en-US"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87" name=""/>
        <p:cNvGrpSpPr/>
        <p:nvPr/>
      </p:nvGrpSpPr>
      <p:grpSpPr>
        <a:xfrm/>
      </p:grpSpPr>
      <p:sp>
        <p:nvSpPr>
          <p:cNvPr id="1048724" name="幻灯片图像占位符 1"/>
          <p:cNvSpPr>
            <a:spLocks noGrp="1"/>
          </p:cNvSpPr>
          <p:nvPr>
            <p:ph type="sldImg" idx="2"/>
          </p:nvPr>
        </p:nvSpPr>
        <p:spPr/>
      </p:sp>
      <p:sp>
        <p:nvSpPr>
          <p:cNvPr id="1048725" name="文本占位符 2"/>
          <p:cNvSpPr>
            <a:spLocks noGrp="1"/>
          </p:cNvSpPr>
          <p:nvPr>
            <p:ph type="body" idx="3"/>
          </p:nvPr>
        </p:nvSpPr>
        <p:spPr/>
        <p:txBody>
          <a:bodyPr/>
          <a:p>
            <a:endParaRPr altLang="zh-CN"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90" name=""/>
        <p:cNvGrpSpPr/>
        <p:nvPr/>
      </p:nvGrpSpPr>
      <p:grpSpPr>
        <a:xfrm/>
      </p:grpSpPr>
      <p:sp>
        <p:nvSpPr>
          <p:cNvPr id="1048728" name="幻灯片图像占位符 1"/>
          <p:cNvSpPr>
            <a:spLocks noGrp="1"/>
          </p:cNvSpPr>
          <p:nvPr>
            <p:ph type="sldImg" idx="2"/>
          </p:nvPr>
        </p:nvSpPr>
        <p:spPr/>
      </p:sp>
      <p:sp>
        <p:nvSpPr>
          <p:cNvPr id="1048729" name="文本占位符 2"/>
          <p:cNvSpPr>
            <a:spLocks noGrp="1"/>
          </p:cNvSpPr>
          <p:nvPr>
            <p:ph type="body" idx="3"/>
          </p:nvPr>
        </p:nvSpPr>
        <p:spPr/>
        <p:txBody>
          <a:bodyPr/>
          <a:p>
            <a:endParaRPr altLang="en-US" 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94" name=""/>
        <p:cNvGrpSpPr/>
        <p:nvPr/>
      </p:nvGrpSpPr>
      <p:grpSpPr>
        <a:xfrm/>
      </p:grpSpPr>
      <p:sp>
        <p:nvSpPr>
          <p:cNvPr id="1048734" name="幻灯片图像占位符 1"/>
          <p:cNvSpPr>
            <a:spLocks noGrp="1"/>
          </p:cNvSpPr>
          <p:nvPr>
            <p:ph type="sldImg" idx="2"/>
          </p:nvPr>
        </p:nvSpPr>
        <p:spPr/>
      </p:sp>
      <p:sp>
        <p:nvSpPr>
          <p:cNvPr id="1048735" name="文本占位符 2"/>
          <p:cNvSpPr>
            <a:spLocks noGrp="1"/>
          </p:cNvSpPr>
          <p:nvPr>
            <p:ph type="body" idx="3"/>
          </p:nvPr>
        </p:nvSpPr>
        <p:spPr/>
        <p:txBody>
          <a:bodyPr/>
          <a:p>
            <a:endParaRPr altLang="en-US" 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99" name=""/>
        <p:cNvGrpSpPr/>
        <p:nvPr/>
      </p:nvGrpSpPr>
      <p:grpSpPr>
        <a:xfrm/>
      </p:grpSpPr>
      <p:sp>
        <p:nvSpPr>
          <p:cNvPr id="1048791" name="幻灯片图像占位符 1"/>
          <p:cNvSpPr>
            <a:spLocks noGrp="1"/>
          </p:cNvSpPr>
          <p:nvPr>
            <p:ph type="sldImg" idx="2"/>
          </p:nvPr>
        </p:nvSpPr>
        <p:spPr/>
      </p:sp>
      <p:sp>
        <p:nvSpPr>
          <p:cNvPr id="1048792" name="文本占位符 2"/>
          <p:cNvSpPr>
            <a:spLocks noGrp="1"/>
          </p:cNvSpPr>
          <p:nvPr>
            <p:ph type="body" idx="3"/>
          </p:nvPr>
        </p:nvSpPr>
        <p:spPr/>
        <p:txBody>
          <a:bodyPr/>
          <a:p>
            <a:r>
              <a:rPr altLang="en-US" lang="zh-CN"/>
              <a:t>大家不要慌，到时候我会录个视频发在群里面大家今天没有跟上的可以回去一步步跟着</a:t>
            </a:r>
            <a:r>
              <a:rPr altLang="en-US" lang="zh-CN"/>
              <a:t>学。</a:t>
            </a:r>
            <a:endParaRPr altLang="en-US" 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02" name=""/>
        <p:cNvGrpSpPr/>
        <p:nvPr/>
      </p:nvGrpSpPr>
      <p:grpSpPr>
        <a:xfrm/>
      </p:grpSpPr>
      <p:sp>
        <p:nvSpPr>
          <p:cNvPr id="1048793" name="幻灯片图像占位符 1"/>
          <p:cNvSpPr>
            <a:spLocks noGrp="1"/>
          </p:cNvSpPr>
          <p:nvPr>
            <p:ph type="sldImg" idx="2"/>
          </p:nvPr>
        </p:nvSpPr>
        <p:spPr/>
      </p:sp>
      <p:sp>
        <p:nvSpPr>
          <p:cNvPr id="1048794" name="文本占位符 2"/>
          <p:cNvSpPr>
            <a:spLocks noGrp="1"/>
          </p:cNvSpPr>
          <p:nvPr>
            <p:ph type="body" idx="3"/>
          </p:nvPr>
        </p:nvSpPr>
        <p:spPr/>
        <p:txBody>
          <a:bodyPr/>
          <a:p>
            <a:r>
              <a:rPr altLang="en-US" lang="zh-CN"/>
              <a:t>这个右边的是喇叭，到时候输出那儿也是焊成排针，到时候喇叭排母就插在排针上</a:t>
            </a:r>
            <a:r>
              <a:rPr altLang="en-US" lang="zh-CN"/>
              <a:t>就可以了，注意排针下面不要连起来</a:t>
            </a:r>
            <a:r>
              <a:rPr altLang="en-US" lang="zh-CN"/>
              <a:t>哈。</a:t>
            </a:r>
            <a:endParaRPr altLang="en-US" 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image" Target="../media/image2.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标题幻灯片">
    <p:spTree>
      <p:nvGrpSpPr>
        <p:cNvPr id="35" name=""/>
        <p:cNvGrpSpPr/>
        <p:nvPr/>
      </p:nvGrpSpPr>
      <p:grpSpPr>
        <a:xfrm>
          <a:off x="0" y="0"/>
          <a:ext cx="0" cy="0"/>
          <a:chOff x="0" y="0"/>
          <a:chExt cx="0" cy="0"/>
        </a:xfrm>
      </p:grpSpPr>
      <p:pic>
        <p:nvPicPr>
          <p:cNvPr id="2097153" name="Picture 2" descr="\\DROBO-FS\QuickDrops\JB\PPTX NG\Droplets\LightingOverlay.png"/>
          <p:cNvPicPr>
            <a:picLocks noChangeAspect="1" noChangeArrowheads="1"/>
          </p:cNvPicPr>
          <p:nvPr/>
        </p:nvPicPr>
        <p:blipFill>
          <a:blip xmlns:r="http://schemas.openxmlformats.org/officeDocument/2006/relationships" r:embed="rId1">
            <a:alphaModFix amt="30000"/>
          </a:blip>
          <a:srcRect/>
          <a:stretch>
            <a:fillRect/>
          </a:stretch>
        </p:blipFill>
        <p:spPr bwMode="auto">
          <a:xfrm>
            <a:off x="0" y="-1"/>
            <a:ext cx="12192003" cy="6858001"/>
          </a:xfrm>
          <a:prstGeom prst="rect"/>
          <a:noFill/>
        </p:spPr>
      </p:pic>
      <p:grpSp>
        <p:nvGrpSpPr>
          <p:cNvPr id="36"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gradFill>
        </p:grpSpPr>
        <p:sp>
          <p:nvSpPr>
            <p:cNvPr id="1048618" name="Rectangle 5"/>
            <p:cNvSpPr>
              <a:spLocks noChangeArrowheads="1"/>
            </p:cNvSpPr>
            <p:nvPr/>
          </p:nvSpPr>
          <p:spPr bwMode="auto">
            <a:xfrm>
              <a:off x="1209675" y="4763"/>
              <a:ext cx="23813" cy="2181225"/>
            </a:xfrm>
            <a:prstGeom prst="rect"/>
            <a:grpFill/>
            <a:ln>
              <a:noFill/>
            </a:ln>
          </p:spPr>
        </p:sp>
        <p:sp>
          <p:nvSpPr>
            <p:cNvPr id="1048619" name="Freeform 6"/>
            <p:cNvSpPr>
              <a:spLocks noEditPoints="1"/>
            </p:cNvSpPr>
            <p:nvPr/>
          </p:nvSpPr>
          <p:spPr bwMode="auto">
            <a:xfrm>
              <a:off x="1128713" y="217646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20" name="Freeform 7"/>
            <p:cNvSpPr>
              <a:spLocks noEditPoints="1"/>
            </p:cNvSpPr>
            <p:nvPr/>
          </p:nvSpPr>
          <p:spPr bwMode="auto">
            <a:xfrm>
              <a:off x="1123950" y="4021138"/>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1" name="Rectangle 8"/>
            <p:cNvSpPr>
              <a:spLocks noChangeArrowheads="1"/>
            </p:cNvSpPr>
            <p:nvPr/>
          </p:nvSpPr>
          <p:spPr bwMode="auto">
            <a:xfrm>
              <a:off x="414338" y="9525"/>
              <a:ext cx="28575" cy="4481513"/>
            </a:xfrm>
            <a:prstGeom prst="rect"/>
            <a:grpFill/>
            <a:ln>
              <a:noFill/>
            </a:ln>
          </p:spPr>
        </p:sp>
        <p:sp>
          <p:nvSpPr>
            <p:cNvPr id="1048622" name="Freeform 9"/>
            <p:cNvSpPr>
              <a:spLocks noEditPoints="1"/>
            </p:cNvSpPr>
            <p:nvPr/>
          </p:nvSpPr>
          <p:spPr bwMode="auto">
            <a:xfrm>
              <a:off x="333375" y="44815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3" name="Freeform 10"/>
            <p:cNvSpPr/>
            <p:nvPr/>
          </p:nvSpPr>
          <p:spPr bwMode="auto">
            <a:xfrm>
              <a:off x="190500" y="9525"/>
              <a:ext cx="152400" cy="908050"/>
            </a:xfrm>
            <a:custGeom>
              <a:avLst/>
              <a:ah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1048624" name="Freeform 11"/>
            <p:cNvSpPr/>
            <p:nvPr/>
          </p:nvSpPr>
          <p:spPr bwMode="auto">
            <a:xfrm>
              <a:off x="1290638" y="14288"/>
              <a:ext cx="376238" cy="1801813"/>
            </a:xfrm>
            <a:custGeom>
              <a:avLst/>
              <a:ah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1048625" name="Freeform 12"/>
            <p:cNvSpPr>
              <a:spLocks noEditPoints="1"/>
            </p:cNvSpPr>
            <p:nvPr/>
          </p:nvSpPr>
          <p:spPr bwMode="auto">
            <a:xfrm>
              <a:off x="1600200" y="180181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26" name="Freeform 13"/>
            <p:cNvSpPr/>
            <p:nvPr/>
          </p:nvSpPr>
          <p:spPr bwMode="auto">
            <a:xfrm>
              <a:off x="1381125" y="9525"/>
              <a:ext cx="371475" cy="1425575"/>
            </a:xfrm>
            <a:custGeom>
              <a:avLst/>
              <a:ah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1048627" name="Freeform 14"/>
            <p:cNvSpPr/>
            <p:nvPr/>
          </p:nvSpPr>
          <p:spPr bwMode="auto">
            <a:xfrm>
              <a:off x="1643063" y="0"/>
              <a:ext cx="152400" cy="912813"/>
            </a:xfrm>
            <a:custGeom>
              <a:avLst/>
              <a:ah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1048628" name="Freeform 15"/>
            <p:cNvSpPr>
              <a:spLocks noEditPoints="1"/>
            </p:cNvSpPr>
            <p:nvPr/>
          </p:nvSpPr>
          <p:spPr bwMode="auto">
            <a:xfrm>
              <a:off x="1685925" y="14208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29" name="Freeform 16"/>
            <p:cNvSpPr>
              <a:spLocks noEditPoints="1"/>
            </p:cNvSpPr>
            <p:nvPr/>
          </p:nvSpPr>
          <p:spPr bwMode="auto">
            <a:xfrm>
              <a:off x="1685925" y="9032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30" name="Freeform 17"/>
            <p:cNvSpPr/>
            <p:nvPr/>
          </p:nvSpPr>
          <p:spPr bwMode="auto">
            <a:xfrm>
              <a:off x="1743075" y="4763"/>
              <a:ext cx="419100" cy="522288"/>
            </a:xfrm>
            <a:custGeom>
              <a:avLst/>
              <a:ah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1048631" name="Freeform 18"/>
            <p:cNvSpPr>
              <a:spLocks noEditPoints="1"/>
            </p:cNvSpPr>
            <p:nvPr/>
          </p:nvSpPr>
          <p:spPr bwMode="auto">
            <a:xfrm>
              <a:off x="2119313" y="488950"/>
              <a:ext cx="161925" cy="147638"/>
            </a:xfrm>
            <a:custGeom>
              <a:avLst/>
              <a:ah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1048632" name="Freeform 19"/>
            <p:cNvSpPr/>
            <p:nvPr/>
          </p:nvSpPr>
          <p:spPr bwMode="auto">
            <a:xfrm>
              <a:off x="952500" y="4763"/>
              <a:ext cx="152400" cy="908050"/>
            </a:xfrm>
            <a:custGeom>
              <a:avLst/>
              <a:ah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1048633" name="Freeform 20"/>
            <p:cNvSpPr>
              <a:spLocks noEditPoints="1"/>
            </p:cNvSpPr>
            <p:nvPr/>
          </p:nvSpPr>
          <p:spPr bwMode="auto">
            <a:xfrm>
              <a:off x="866775" y="9032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1048634" name="Freeform 21"/>
            <p:cNvSpPr>
              <a:spLocks noEditPoints="1"/>
            </p:cNvSpPr>
            <p:nvPr/>
          </p:nvSpPr>
          <p:spPr bwMode="auto">
            <a:xfrm>
              <a:off x="890588" y="155416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35" name="Freeform 22"/>
            <p:cNvSpPr/>
            <p:nvPr/>
          </p:nvSpPr>
          <p:spPr bwMode="auto">
            <a:xfrm>
              <a:off x="738188" y="5622925"/>
              <a:ext cx="338138" cy="1216025"/>
            </a:xfrm>
            <a:custGeom>
              <a:avLst/>
              <a:ah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1048636" name="Freeform 23"/>
            <p:cNvSpPr>
              <a:spLocks noEditPoints="1"/>
            </p:cNvSpPr>
            <p:nvPr/>
          </p:nvSpPr>
          <p:spPr bwMode="auto">
            <a:xfrm>
              <a:off x="647700" y="5480050"/>
              <a:ext cx="157163" cy="157163"/>
            </a:xfrm>
            <a:custGeom>
              <a:avLst/>
              <a:ah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1048637" name="Freeform 24"/>
            <p:cNvSpPr>
              <a:spLocks noEditPoints="1"/>
            </p:cNvSpPr>
            <p:nvPr/>
          </p:nvSpPr>
          <p:spPr bwMode="auto">
            <a:xfrm>
              <a:off x="66675" y="903288"/>
              <a:ext cx="190500" cy="190500"/>
            </a:xfrm>
            <a:custGeom>
              <a:avLst/>
              <a:ah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1048638" name="Freeform 25"/>
            <p:cNvSpPr/>
            <p:nvPr/>
          </p:nvSpPr>
          <p:spPr bwMode="auto">
            <a:xfrm>
              <a:off x="0" y="3897313"/>
              <a:ext cx="133350" cy="266700"/>
            </a:xfrm>
            <a:custGeom>
              <a:avLst/>
              <a:ahLst/>
              <a:rect l="0" t="0" r="r" b="b"/>
              <a:pathLst>
                <a:path w="84" h="168">
                  <a:moveTo>
                    <a:pt x="69" y="168"/>
                  </a:moveTo>
                  <a:lnTo>
                    <a:pt x="0" y="6"/>
                  </a:lnTo>
                  <a:lnTo>
                    <a:pt x="12" y="0"/>
                  </a:lnTo>
                  <a:lnTo>
                    <a:pt x="84" y="162"/>
                  </a:lnTo>
                  <a:lnTo>
                    <a:pt x="69" y="168"/>
                  </a:lnTo>
                  <a:close/>
                </a:path>
              </a:pathLst>
            </a:custGeom>
            <a:grpFill/>
            <a:ln>
              <a:noFill/>
            </a:ln>
          </p:spPr>
        </p:sp>
        <p:sp>
          <p:nvSpPr>
            <p:cNvPr id="1048639" name="Freeform 26"/>
            <p:cNvSpPr>
              <a:spLocks noEditPoints="1"/>
            </p:cNvSpPr>
            <p:nvPr/>
          </p:nvSpPr>
          <p:spPr bwMode="auto">
            <a:xfrm>
              <a:off x="66675" y="414972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40" name="Freeform 27"/>
            <p:cNvSpPr/>
            <p:nvPr/>
          </p:nvSpPr>
          <p:spPr bwMode="auto">
            <a:xfrm>
              <a:off x="0" y="1644650"/>
              <a:ext cx="133350" cy="269875"/>
            </a:xfrm>
            <a:custGeom>
              <a:avLst/>
              <a:ahLst/>
              <a:rect l="0" t="0" r="r" b="b"/>
              <a:pathLst>
                <a:path w="84" h="170">
                  <a:moveTo>
                    <a:pt x="12" y="170"/>
                  </a:moveTo>
                  <a:lnTo>
                    <a:pt x="0" y="164"/>
                  </a:lnTo>
                  <a:lnTo>
                    <a:pt x="69" y="0"/>
                  </a:lnTo>
                  <a:lnTo>
                    <a:pt x="84" y="6"/>
                  </a:lnTo>
                  <a:lnTo>
                    <a:pt x="12" y="170"/>
                  </a:lnTo>
                  <a:close/>
                </a:path>
              </a:pathLst>
            </a:custGeom>
            <a:grpFill/>
            <a:ln>
              <a:noFill/>
            </a:ln>
          </p:spPr>
        </p:sp>
        <p:sp>
          <p:nvSpPr>
            <p:cNvPr id="1048641" name="Freeform 28"/>
            <p:cNvSpPr>
              <a:spLocks noEditPoints="1"/>
            </p:cNvSpPr>
            <p:nvPr/>
          </p:nvSpPr>
          <p:spPr bwMode="auto">
            <a:xfrm>
              <a:off x="66675" y="146843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42" name="Freeform 29"/>
            <p:cNvSpPr/>
            <p:nvPr/>
          </p:nvSpPr>
          <p:spPr bwMode="auto">
            <a:xfrm>
              <a:off x="695325" y="4763"/>
              <a:ext cx="309563" cy="1558925"/>
            </a:xfrm>
            <a:custGeom>
              <a:avLst/>
              <a:ah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1048643" name="Freeform 30"/>
            <p:cNvSpPr>
              <a:spLocks noEditPoints="1"/>
            </p:cNvSpPr>
            <p:nvPr/>
          </p:nvSpPr>
          <p:spPr bwMode="auto">
            <a:xfrm>
              <a:off x="57150" y="488156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4" name="Freeform 31"/>
            <p:cNvSpPr/>
            <p:nvPr/>
          </p:nvSpPr>
          <p:spPr bwMode="auto">
            <a:xfrm>
              <a:off x="138113" y="5060950"/>
              <a:ext cx="304800" cy="1778000"/>
            </a:xfrm>
            <a:custGeom>
              <a:avLst/>
              <a:ah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1048645" name="Freeform 32"/>
            <p:cNvSpPr>
              <a:spLocks noEditPoints="1"/>
            </p:cNvSpPr>
            <p:nvPr/>
          </p:nvSpPr>
          <p:spPr bwMode="auto">
            <a:xfrm>
              <a:off x="561975" y="643096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6" name="Rectangle 33"/>
            <p:cNvSpPr>
              <a:spLocks noChangeArrowheads="1"/>
            </p:cNvSpPr>
            <p:nvPr/>
          </p:nvSpPr>
          <p:spPr bwMode="auto">
            <a:xfrm>
              <a:off x="642938" y="6610350"/>
              <a:ext cx="23813" cy="242888"/>
            </a:xfrm>
            <a:prstGeom prst="rect"/>
            <a:grpFill/>
            <a:ln>
              <a:noFill/>
            </a:ln>
          </p:spPr>
        </p:sp>
        <p:sp>
          <p:nvSpPr>
            <p:cNvPr id="1048647" name="Freeform 34"/>
            <p:cNvSpPr>
              <a:spLocks noEditPoints="1"/>
            </p:cNvSpPr>
            <p:nvPr/>
          </p:nvSpPr>
          <p:spPr bwMode="auto">
            <a:xfrm>
              <a:off x="76200" y="6430963"/>
              <a:ext cx="190500" cy="188913"/>
            </a:xfrm>
            <a:custGeom>
              <a:avLst/>
              <a:ah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48" name="Freeform 35"/>
            <p:cNvSpPr/>
            <p:nvPr/>
          </p:nvSpPr>
          <p:spPr bwMode="auto">
            <a:xfrm>
              <a:off x="0" y="5978525"/>
              <a:ext cx="190500" cy="461963"/>
            </a:xfrm>
            <a:custGeom>
              <a:avLst/>
              <a:ah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1048649" name="Freeform 36"/>
            <p:cNvSpPr/>
            <p:nvPr/>
          </p:nvSpPr>
          <p:spPr bwMode="auto">
            <a:xfrm>
              <a:off x="1014413" y="1801813"/>
              <a:ext cx="214313" cy="755650"/>
            </a:xfrm>
            <a:custGeom>
              <a:avLst/>
              <a:ah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1048650" name="Freeform 37"/>
            <p:cNvSpPr>
              <a:spLocks noEditPoints="1"/>
            </p:cNvSpPr>
            <p:nvPr/>
          </p:nvSpPr>
          <p:spPr bwMode="auto">
            <a:xfrm>
              <a:off x="938213" y="2547938"/>
              <a:ext cx="166688" cy="160338"/>
            </a:xfrm>
            <a:custGeom>
              <a:avLst/>
              <a:ah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1048651" name="Freeform 38"/>
            <p:cNvSpPr/>
            <p:nvPr/>
          </p:nvSpPr>
          <p:spPr bwMode="auto">
            <a:xfrm>
              <a:off x="595313" y="4763"/>
              <a:ext cx="638175" cy="4025900"/>
            </a:xfrm>
            <a:custGeom>
              <a:avLst/>
              <a:ah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1048652" name="Freeform 39"/>
            <p:cNvSpPr/>
            <p:nvPr/>
          </p:nvSpPr>
          <p:spPr bwMode="auto">
            <a:xfrm>
              <a:off x="1223963" y="1382713"/>
              <a:ext cx="142875" cy="476250"/>
            </a:xfrm>
            <a:custGeom>
              <a:avLst/>
              <a:ah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8653" name="Freeform 40"/>
            <p:cNvSpPr>
              <a:spLocks noEditPoints="1"/>
            </p:cNvSpPr>
            <p:nvPr/>
          </p:nvSpPr>
          <p:spPr bwMode="auto">
            <a:xfrm>
              <a:off x="1300163" y="1849438"/>
              <a:ext cx="109538" cy="107950"/>
            </a:xfrm>
            <a:custGeom>
              <a:avLst/>
              <a:ah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8654" name="Freeform 41"/>
            <p:cNvSpPr/>
            <p:nvPr/>
          </p:nvSpPr>
          <p:spPr bwMode="auto">
            <a:xfrm>
              <a:off x="280988" y="3417888"/>
              <a:ext cx="142875" cy="474663"/>
            </a:xfrm>
            <a:custGeom>
              <a:avLst/>
              <a:ah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1048655" name="Freeform 42"/>
            <p:cNvSpPr>
              <a:spLocks noEditPoints="1"/>
            </p:cNvSpPr>
            <p:nvPr/>
          </p:nvSpPr>
          <p:spPr bwMode="auto">
            <a:xfrm>
              <a:off x="238125" y="3883025"/>
              <a:ext cx="109538" cy="109538"/>
            </a:xfrm>
            <a:custGeom>
              <a:avLst/>
              <a:ah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1048656" name="Freeform 43"/>
            <p:cNvSpPr/>
            <p:nvPr/>
          </p:nvSpPr>
          <p:spPr bwMode="auto">
            <a:xfrm>
              <a:off x="4763" y="2166938"/>
              <a:ext cx="114300" cy="452438"/>
            </a:xfrm>
            <a:custGeom>
              <a:avLst/>
              <a:ah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1048657" name="Freeform 44"/>
            <p:cNvSpPr>
              <a:spLocks noEditPoints="1"/>
            </p:cNvSpPr>
            <p:nvPr/>
          </p:nvSpPr>
          <p:spPr bwMode="auto">
            <a:xfrm>
              <a:off x="52388" y="2066925"/>
              <a:ext cx="109538" cy="109538"/>
            </a:xfrm>
            <a:custGeom>
              <a:avLst/>
              <a:ah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8658" name="Rectangle 45"/>
            <p:cNvSpPr>
              <a:spLocks noChangeArrowheads="1"/>
            </p:cNvSpPr>
            <p:nvPr/>
          </p:nvSpPr>
          <p:spPr bwMode="auto">
            <a:xfrm>
              <a:off x="1228725" y="4662488"/>
              <a:ext cx="23813" cy="2181225"/>
            </a:xfrm>
            <a:prstGeom prst="rect"/>
            <a:grpFill/>
            <a:ln>
              <a:noFill/>
            </a:ln>
          </p:spPr>
        </p:sp>
        <p:sp>
          <p:nvSpPr>
            <p:cNvPr id="1048659" name="Freeform 46"/>
            <p:cNvSpPr/>
            <p:nvPr/>
          </p:nvSpPr>
          <p:spPr bwMode="auto">
            <a:xfrm>
              <a:off x="1319213" y="5041900"/>
              <a:ext cx="371475" cy="1801813"/>
            </a:xfrm>
            <a:custGeom>
              <a:avLst/>
              <a:ah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1048660" name="Freeform 47"/>
            <p:cNvSpPr>
              <a:spLocks noEditPoints="1"/>
            </p:cNvSpPr>
            <p:nvPr/>
          </p:nvSpPr>
          <p:spPr bwMode="auto">
            <a:xfrm>
              <a:off x="1147763" y="44815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61" name="Freeform 48"/>
            <p:cNvSpPr/>
            <p:nvPr/>
          </p:nvSpPr>
          <p:spPr bwMode="auto">
            <a:xfrm>
              <a:off x="819150" y="3983038"/>
              <a:ext cx="347663" cy="2860675"/>
            </a:xfrm>
            <a:custGeom>
              <a:avLst/>
              <a:ah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1048662" name="Freeform 49"/>
            <p:cNvSpPr>
              <a:spLocks noEditPoints="1"/>
            </p:cNvSpPr>
            <p:nvPr/>
          </p:nvSpPr>
          <p:spPr bwMode="auto">
            <a:xfrm>
              <a:off x="728663" y="3806825"/>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663" name="Freeform 50"/>
            <p:cNvSpPr>
              <a:spLocks noEditPoints="1"/>
            </p:cNvSpPr>
            <p:nvPr/>
          </p:nvSpPr>
          <p:spPr bwMode="auto">
            <a:xfrm>
              <a:off x="1624013" y="486727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664" name="Freeform 51"/>
            <p:cNvSpPr/>
            <p:nvPr/>
          </p:nvSpPr>
          <p:spPr bwMode="auto">
            <a:xfrm>
              <a:off x="1404938" y="5422900"/>
              <a:ext cx="371475" cy="1425575"/>
            </a:xfrm>
            <a:custGeom>
              <a:avLst/>
              <a:ah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1048665" name="Freeform 52"/>
            <p:cNvSpPr/>
            <p:nvPr/>
          </p:nvSpPr>
          <p:spPr bwMode="auto">
            <a:xfrm>
              <a:off x="1666875" y="5945188"/>
              <a:ext cx="152400" cy="912813"/>
            </a:xfrm>
            <a:custGeom>
              <a:avLst/>
              <a:ah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48666" name="Freeform 53"/>
            <p:cNvSpPr>
              <a:spLocks noEditPoints="1"/>
            </p:cNvSpPr>
            <p:nvPr/>
          </p:nvSpPr>
          <p:spPr bwMode="auto">
            <a:xfrm>
              <a:off x="1709738" y="52466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67" name="Freeform 54"/>
            <p:cNvSpPr>
              <a:spLocks noEditPoints="1"/>
            </p:cNvSpPr>
            <p:nvPr/>
          </p:nvSpPr>
          <p:spPr bwMode="auto">
            <a:xfrm>
              <a:off x="1709738" y="57642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68" name="Freeform 55"/>
            <p:cNvSpPr/>
            <p:nvPr/>
          </p:nvSpPr>
          <p:spPr bwMode="auto">
            <a:xfrm>
              <a:off x="1766888" y="6330950"/>
              <a:ext cx="419100" cy="527050"/>
            </a:xfrm>
            <a:custGeom>
              <a:avLst/>
              <a:ah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1048669" name="Freeform 56"/>
            <p:cNvSpPr>
              <a:spLocks noEditPoints="1"/>
            </p:cNvSpPr>
            <p:nvPr/>
          </p:nvSpPr>
          <p:spPr bwMode="auto">
            <a:xfrm>
              <a:off x="2147888" y="6221413"/>
              <a:ext cx="157163" cy="147638"/>
            </a:xfrm>
            <a:custGeom>
              <a:avLst/>
              <a:ah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1048670" name="Freeform 57"/>
            <p:cNvSpPr/>
            <p:nvPr/>
          </p:nvSpPr>
          <p:spPr bwMode="auto">
            <a:xfrm>
              <a:off x="504825" y="9525"/>
              <a:ext cx="233363" cy="5103813"/>
            </a:xfrm>
            <a:custGeom>
              <a:avLst/>
              <a:ah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1048671" name="Freeform 58"/>
            <p:cNvSpPr>
              <a:spLocks noEditPoints="1"/>
            </p:cNvSpPr>
            <p:nvPr/>
          </p:nvSpPr>
          <p:spPr bwMode="auto">
            <a:xfrm>
              <a:off x="633413" y="5103813"/>
              <a:ext cx="185738" cy="185738"/>
            </a:xfrm>
            <a:custGeom>
              <a:avLst/>
              <a:ah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sp>
        <p:nvSpPr>
          <p:cNvPr id="1048672" name="Title 1"/>
          <p:cNvSpPr>
            <a:spLocks noGrp="1"/>
          </p:cNvSpPr>
          <p:nvPr>
            <p:ph type="ctrTitle"/>
          </p:nvPr>
        </p:nvSpPr>
        <p:spPr>
          <a:xfrm>
            <a:off x="1876424" y="1122363"/>
            <a:ext cx="8791575" cy="2387600"/>
          </a:xfrm>
        </p:spPr>
        <p:txBody>
          <a:bodyPr anchor="b">
            <a:normAutofit/>
          </a:bodyPr>
          <a:lstStyle>
            <a:lvl1pPr algn="l">
              <a:defRPr sz="4800"/>
            </a:lvl1pPr>
          </a:lstStyle>
          <a:p>
            <a:r>
              <a:rPr altLang="en-US" lang="zh-CN"/>
              <a:t>单击此处编辑母版标题样式</a:t>
            </a:r>
            <a:endParaRPr dirty="0" lang="en-US"/>
          </a:p>
        </p:txBody>
      </p:sp>
      <p:sp>
        <p:nvSpPr>
          <p:cNvPr id="1048673" name="Subtitle 2"/>
          <p:cNvSpPr>
            <a:spLocks noGrp="1"/>
          </p:cNvSpPr>
          <p:nvPr>
            <p:ph type="subTitle" idx="1" hasCustomPrompt="1"/>
          </p:nvPr>
        </p:nvSpPr>
        <p:spPr>
          <a:xfrm>
            <a:off x="1876424" y="3602038"/>
            <a:ext cx="8791575" cy="1655762"/>
          </a:xfrm>
        </p:spPr>
        <p:txBody>
          <a:bodyPr>
            <a:normAutofit/>
          </a:bodyPr>
          <a:lstStyle>
            <a:lvl1pPr algn="l" indent="0" marL="0">
              <a:buNone/>
              <a:defRPr baseline="0" cap="all" sz="2000">
                <a:solidFill>
                  <a:schemeClr val="tx2"/>
                </a:solidFill>
              </a:defRPr>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en-US" lang="zh-CN"/>
              <a:t>单击以编辑母版副标题样式</a:t>
            </a:r>
            <a:endParaRPr dirty="0" lang="en-US"/>
          </a:p>
        </p:txBody>
      </p:sp>
      <p:sp>
        <p:nvSpPr>
          <p:cNvPr id="1048674" name="Date Placeholder 3"/>
          <p:cNvSpPr>
            <a:spLocks noGrp="1"/>
          </p:cNvSpPr>
          <p:nvPr>
            <p:ph type="dt" sz="half" idx="10"/>
          </p:nvPr>
        </p:nvSpPr>
        <p:spPr>
          <a:xfrm>
            <a:off x="7077511" y="5410201"/>
            <a:ext cx="2743200" cy="365125"/>
          </a:xfrm>
        </p:spPr>
        <p:txBody>
          <a:bodyPr/>
          <a:p>
            <a:fld id="{48A87A34-81AB-432B-8DAE-1953F412C126}" type="datetimeFigureOut">
              <a:rPr dirty="0" lang="en-US"/>
            </a:fld>
            <a:endParaRPr dirty="0" lang="en-US"/>
          </a:p>
        </p:txBody>
      </p:sp>
      <p:sp>
        <p:nvSpPr>
          <p:cNvPr id="1048675" name="Footer Placeholder 4"/>
          <p:cNvSpPr>
            <a:spLocks noGrp="1"/>
          </p:cNvSpPr>
          <p:nvPr>
            <p:ph type="ftr" sz="quarter" idx="11"/>
          </p:nvPr>
        </p:nvSpPr>
        <p:spPr>
          <a:xfrm>
            <a:off x="1876424" y="5410201"/>
            <a:ext cx="5124886" cy="365125"/>
          </a:xfrm>
        </p:spPr>
        <p:txBody>
          <a:bodyPr/>
          <a:p>
            <a:endParaRPr dirty="0" lang="en-US"/>
          </a:p>
        </p:txBody>
      </p:sp>
      <p:sp>
        <p:nvSpPr>
          <p:cNvPr id="1048676" name="Slide Number Placeholder 5"/>
          <p:cNvSpPr>
            <a:spLocks noGrp="1"/>
          </p:cNvSpPr>
          <p:nvPr>
            <p:ph type="sldNum" sz="quarter" idx="12"/>
          </p:nvPr>
        </p:nvSpPr>
        <p:spPr>
          <a:xfrm>
            <a:off x="9896911" y="5410199"/>
            <a:ext cx="771089" cy="365125"/>
          </a:xfrm>
        </p:spPr>
        <p:txBody>
          <a:bodyPr/>
          <a:p>
            <a:fld id="{6D22F896-40B5-4ADD-8801-0D06FADFA095}" type="slidenum">
              <a:rPr dirty="0" lang="en-US"/>
            </a:fld>
            <a:endParaRPr dirty="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spTree>
      <p:nvGrpSpPr>
        <p:cNvPr id="67" name=""/>
        <p:cNvGrpSpPr/>
        <p:nvPr/>
      </p:nvGrpSpPr>
      <p:grpSpPr>
        <a:xfrm>
          <a:off x="0" y="0"/>
          <a:ext cx="0" cy="0"/>
          <a:chOff x="0" y="0"/>
          <a:chExt cx="0" cy="0"/>
        </a:xfrm>
      </p:grpSpPr>
      <p:sp>
        <p:nvSpPr>
          <p:cNvPr id="1048692" name="Title 1"/>
          <p:cNvSpPr>
            <a:spLocks noGrp="1"/>
          </p:cNvSpPr>
          <p:nvPr>
            <p:ph type="title"/>
          </p:nvPr>
        </p:nvSpPr>
        <p:spPr/>
        <p:txBody>
          <a:bodyPr/>
          <a:p>
            <a:r>
              <a:rPr altLang="en-US" lang="zh-CN"/>
              <a:t>单击此处编辑母版标题样式</a:t>
            </a:r>
            <a:endParaRPr dirty="0" lang="en-US"/>
          </a:p>
        </p:txBody>
      </p:sp>
      <p:sp>
        <p:nvSpPr>
          <p:cNvPr id="1048693" name="Content Placeholder 2"/>
          <p:cNvSpPr>
            <a:spLocks noGrp="1"/>
          </p:cNvSpPr>
          <p:nvPr>
            <p:ph idx="1" hasCustomPrompt="1"/>
          </p:nvPr>
        </p:nvSpPr>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694" name="Date Placeholder 3"/>
          <p:cNvSpPr>
            <a:spLocks noGrp="1"/>
          </p:cNvSpPr>
          <p:nvPr>
            <p:ph type="dt" sz="half" idx="10"/>
          </p:nvPr>
        </p:nvSpPr>
        <p:spPr/>
        <p:txBody>
          <a:bodyPr/>
          <a:p>
            <a:fld id="{48A87A34-81AB-432B-8DAE-1953F412C126}" type="datetimeFigureOut">
              <a:rPr dirty="0" lang="en-US"/>
            </a:fld>
            <a:endParaRPr dirty="0" lang="en-US"/>
          </a:p>
        </p:txBody>
      </p:sp>
      <p:sp>
        <p:nvSpPr>
          <p:cNvPr id="1048695" name="Footer Placeholder 4"/>
          <p:cNvSpPr>
            <a:spLocks noGrp="1"/>
          </p:cNvSpPr>
          <p:nvPr>
            <p:ph type="ftr" sz="quarter" idx="11"/>
          </p:nvPr>
        </p:nvSpPr>
        <p:spPr/>
        <p:txBody>
          <a:bodyPr/>
          <a:p>
            <a:endParaRPr dirty="0" lang="en-US"/>
          </a:p>
        </p:txBody>
      </p:sp>
      <p:sp>
        <p:nvSpPr>
          <p:cNvPr id="1048696" name="Slide Number Placeholder 5"/>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spTree>
      <p:nvGrpSpPr>
        <p:cNvPr id="63" name=""/>
        <p:cNvGrpSpPr/>
        <p:nvPr/>
      </p:nvGrpSpPr>
      <p:grpSpPr>
        <a:xfrm>
          <a:off x="0" y="0"/>
          <a:ext cx="0" cy="0"/>
          <a:chOff x="0" y="0"/>
          <a:chExt cx="0" cy="0"/>
        </a:xfrm>
      </p:grpSpPr>
      <p:sp>
        <p:nvSpPr>
          <p:cNvPr id="1048683" name="Title 1"/>
          <p:cNvSpPr>
            <a:spLocks noGrp="1"/>
          </p:cNvSpPr>
          <p:nvPr>
            <p:ph type="title"/>
          </p:nvPr>
        </p:nvSpPr>
        <p:spPr>
          <a:xfrm>
            <a:off x="1141411" y="1419226"/>
            <a:ext cx="9906000" cy="2852737"/>
          </a:xfrm>
        </p:spPr>
        <p:txBody>
          <a:bodyPr anchor="b">
            <a:normAutofit/>
          </a:bodyPr>
          <a:lstStyle>
            <a:lvl1pPr>
              <a:defRPr sz="3600"/>
            </a:lvl1pPr>
          </a:lstStyle>
          <a:p>
            <a:r>
              <a:rPr altLang="en-US" lang="zh-CN"/>
              <a:t>单击此处编辑母版标题样式</a:t>
            </a:r>
            <a:endParaRPr dirty="0" lang="en-US"/>
          </a:p>
        </p:txBody>
      </p:sp>
      <p:sp>
        <p:nvSpPr>
          <p:cNvPr id="1048684" name="Text Placeholder 2"/>
          <p:cNvSpPr>
            <a:spLocks noGrp="1"/>
          </p:cNvSpPr>
          <p:nvPr>
            <p:ph type="body" idx="1" hasCustomPrompt="1"/>
          </p:nvPr>
        </p:nvSpPr>
        <p:spPr>
          <a:xfrm>
            <a:off x="1141411" y="4424362"/>
            <a:ext cx="9906000" cy="1374776"/>
          </a:xfrm>
        </p:spPr>
        <p:txBody>
          <a:bodyPr>
            <a:normAutofit/>
          </a:bodyPr>
          <a:lstStyle>
            <a:lvl1pPr indent="0" marL="0">
              <a:buNone/>
              <a:defRPr baseline="0" cap="all" sz="1800">
                <a:solidFill>
                  <a:schemeClr val="tx1">
                    <a:tint val="75000"/>
                  </a:schemeClr>
                </a:solidFill>
              </a:defRPr>
            </a:lvl1pPr>
            <a:lvl2pPr indent="0" marL="457200">
              <a:buNone/>
              <a:defRPr sz="18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en-US" lang="zh-CN"/>
              <a:t>编辑母版文本样式</a:t>
            </a:r>
            <a:endParaRPr altLang="en-US" lang="zh-CN"/>
          </a:p>
        </p:txBody>
      </p:sp>
      <p:sp>
        <p:nvSpPr>
          <p:cNvPr id="1048685" name="Date Placeholder 3"/>
          <p:cNvSpPr>
            <a:spLocks noGrp="1"/>
          </p:cNvSpPr>
          <p:nvPr>
            <p:ph type="dt" sz="half" idx="10"/>
          </p:nvPr>
        </p:nvSpPr>
        <p:spPr/>
        <p:txBody>
          <a:bodyPr/>
          <a:p>
            <a:fld id="{48A87A34-81AB-432B-8DAE-1953F412C126}" type="datetimeFigureOut">
              <a:rPr dirty="0" lang="en-US"/>
            </a:fld>
            <a:endParaRPr dirty="0" lang="en-US"/>
          </a:p>
        </p:txBody>
      </p:sp>
      <p:sp>
        <p:nvSpPr>
          <p:cNvPr id="1048686" name="Footer Placeholder 4"/>
          <p:cNvSpPr>
            <a:spLocks noGrp="1"/>
          </p:cNvSpPr>
          <p:nvPr>
            <p:ph type="ftr" sz="quarter" idx="11"/>
          </p:nvPr>
        </p:nvSpPr>
        <p:spPr/>
        <p:txBody>
          <a:bodyPr/>
          <a:p>
            <a:endParaRPr dirty="0" lang="en-US"/>
          </a:p>
        </p:txBody>
      </p:sp>
      <p:sp>
        <p:nvSpPr>
          <p:cNvPr id="1048687" name="Slide Number Placeholder 5"/>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spTree>
      <p:nvGrpSpPr>
        <p:cNvPr id="128" name=""/>
        <p:cNvGrpSpPr/>
        <p:nvPr/>
      </p:nvGrpSpPr>
      <p:grpSpPr>
        <a:xfrm>
          <a:off x="0" y="0"/>
          <a:ext cx="0" cy="0"/>
          <a:chOff x="0" y="0"/>
          <a:chExt cx="0" cy="0"/>
        </a:xfrm>
      </p:grpSpPr>
      <p:sp>
        <p:nvSpPr>
          <p:cNvPr id="1048879" name="Title 1"/>
          <p:cNvSpPr>
            <a:spLocks noGrp="1"/>
          </p:cNvSpPr>
          <p:nvPr>
            <p:ph type="title"/>
          </p:nvPr>
        </p:nvSpPr>
        <p:spPr/>
        <p:txBody>
          <a:bodyPr/>
          <a:p>
            <a:r>
              <a:rPr altLang="en-US" lang="zh-CN"/>
              <a:t>单击此处编辑母版标题样式</a:t>
            </a:r>
            <a:endParaRPr dirty="0" lang="en-US"/>
          </a:p>
        </p:txBody>
      </p:sp>
      <p:sp>
        <p:nvSpPr>
          <p:cNvPr id="1048880" name="Content Placeholder 2"/>
          <p:cNvSpPr>
            <a:spLocks noGrp="1"/>
          </p:cNvSpPr>
          <p:nvPr>
            <p:ph sz="half" idx="1" hasCustomPrompt="1"/>
          </p:nvPr>
        </p:nvSpPr>
        <p:spPr>
          <a:xfrm>
            <a:off x="1141410" y="2249486"/>
            <a:ext cx="4878389" cy="3541714"/>
          </a:xfrm>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881" name="Content Placeholder 3"/>
          <p:cNvSpPr>
            <a:spLocks noGrp="1"/>
          </p:cNvSpPr>
          <p:nvPr>
            <p:ph sz="half" idx="2" hasCustomPrompt="1"/>
          </p:nvPr>
        </p:nvSpPr>
        <p:spPr>
          <a:xfrm>
            <a:off x="6172200" y="2249486"/>
            <a:ext cx="4875211" cy="3541714"/>
          </a:xfrm>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882" name="Date Placeholder 4"/>
          <p:cNvSpPr>
            <a:spLocks noGrp="1"/>
          </p:cNvSpPr>
          <p:nvPr>
            <p:ph type="dt" sz="half" idx="10"/>
          </p:nvPr>
        </p:nvSpPr>
        <p:spPr/>
        <p:txBody>
          <a:bodyPr/>
          <a:p>
            <a:fld id="{48A87A34-81AB-432B-8DAE-1953F412C126}" type="datetimeFigureOut">
              <a:rPr dirty="0" lang="en-US"/>
            </a:fld>
            <a:endParaRPr dirty="0" lang="en-US"/>
          </a:p>
        </p:txBody>
      </p:sp>
      <p:sp>
        <p:nvSpPr>
          <p:cNvPr id="1048883" name="Footer Placeholder 5"/>
          <p:cNvSpPr>
            <a:spLocks noGrp="1"/>
          </p:cNvSpPr>
          <p:nvPr>
            <p:ph type="ftr" sz="quarter" idx="11"/>
          </p:nvPr>
        </p:nvSpPr>
        <p:spPr/>
        <p:txBody>
          <a:bodyPr/>
          <a:p>
            <a:endParaRPr dirty="0" lang="en-US"/>
          </a:p>
        </p:txBody>
      </p:sp>
      <p:sp>
        <p:nvSpPr>
          <p:cNvPr id="1048884" name="Slide Number Placeholder 6"/>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spTree>
      <p:nvGrpSpPr>
        <p:cNvPr id="124" name=""/>
        <p:cNvGrpSpPr/>
        <p:nvPr/>
      </p:nvGrpSpPr>
      <p:grpSpPr>
        <a:xfrm>
          <a:off x="0" y="0"/>
          <a:ext cx="0" cy="0"/>
          <a:chOff x="0" y="0"/>
          <a:chExt cx="0" cy="0"/>
        </a:xfrm>
      </p:grpSpPr>
      <p:sp>
        <p:nvSpPr>
          <p:cNvPr id="1048852" name="Title 1"/>
          <p:cNvSpPr>
            <a:spLocks noGrp="1"/>
          </p:cNvSpPr>
          <p:nvPr>
            <p:ph type="title"/>
          </p:nvPr>
        </p:nvSpPr>
        <p:spPr>
          <a:xfrm>
            <a:off x="1141411" y="619126"/>
            <a:ext cx="9906000" cy="1477961"/>
          </a:xfrm>
        </p:spPr>
        <p:txBody>
          <a:bodyPr/>
          <a:p>
            <a:r>
              <a:rPr altLang="en-US" lang="zh-CN"/>
              <a:t>单击此处编辑母版标题样式</a:t>
            </a:r>
            <a:endParaRPr dirty="0" lang="en-US"/>
          </a:p>
        </p:txBody>
      </p:sp>
      <p:sp>
        <p:nvSpPr>
          <p:cNvPr id="1048853" name="Text Placeholder 2"/>
          <p:cNvSpPr>
            <a:spLocks noGrp="1"/>
          </p:cNvSpPr>
          <p:nvPr>
            <p:ph type="body" idx="1" hasCustomPrompt="1"/>
          </p:nvPr>
        </p:nvSpPr>
        <p:spPr>
          <a:xfrm>
            <a:off x="1370019" y="2249486"/>
            <a:ext cx="4649783" cy="823912"/>
          </a:xfrm>
        </p:spPr>
        <p:txBody>
          <a:bodyPr anchor="b"/>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54" name="Content Placeholder 3"/>
          <p:cNvSpPr>
            <a:spLocks noGrp="1"/>
          </p:cNvSpPr>
          <p:nvPr>
            <p:ph sz="half" idx="2" hasCustomPrompt="1"/>
          </p:nvPr>
        </p:nvSpPr>
        <p:spPr>
          <a:xfrm>
            <a:off x="1141410" y="3073397"/>
            <a:ext cx="4878391" cy="2717801"/>
          </a:xfrm>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855" name="Text Placeholder 4"/>
          <p:cNvSpPr>
            <a:spLocks noGrp="1"/>
          </p:cNvSpPr>
          <p:nvPr>
            <p:ph type="body" sz="quarter" idx="3" hasCustomPrompt="1"/>
          </p:nvPr>
        </p:nvSpPr>
        <p:spPr>
          <a:xfrm>
            <a:off x="6400808" y="2249485"/>
            <a:ext cx="4646602" cy="823912"/>
          </a:xfrm>
        </p:spPr>
        <p:txBody>
          <a:bodyPr anchor="b"/>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56" name="Content Placeholder 5"/>
          <p:cNvSpPr>
            <a:spLocks noGrp="1"/>
          </p:cNvSpPr>
          <p:nvPr>
            <p:ph sz="quarter" idx="4" hasCustomPrompt="1"/>
          </p:nvPr>
        </p:nvSpPr>
        <p:spPr>
          <a:xfrm>
            <a:off x="6172200" y="3073397"/>
            <a:ext cx="4875210" cy="2717801"/>
          </a:xfrm>
        </p:spPr>
        <p:txBody>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857" name="Date Placeholder 6"/>
          <p:cNvSpPr>
            <a:spLocks noGrp="1"/>
          </p:cNvSpPr>
          <p:nvPr>
            <p:ph type="dt" sz="half" idx="10"/>
          </p:nvPr>
        </p:nvSpPr>
        <p:spPr/>
        <p:txBody>
          <a:bodyPr/>
          <a:p>
            <a:fld id="{48A87A34-81AB-432B-8DAE-1953F412C126}" type="datetimeFigureOut">
              <a:rPr dirty="0" lang="en-US"/>
            </a:fld>
            <a:endParaRPr dirty="0" lang="en-US"/>
          </a:p>
        </p:txBody>
      </p:sp>
      <p:sp>
        <p:nvSpPr>
          <p:cNvPr id="1048858" name="Footer Placeholder 7"/>
          <p:cNvSpPr>
            <a:spLocks noGrp="1"/>
          </p:cNvSpPr>
          <p:nvPr>
            <p:ph type="ftr" sz="quarter" idx="11"/>
          </p:nvPr>
        </p:nvSpPr>
        <p:spPr/>
        <p:txBody>
          <a:bodyPr/>
          <a:p>
            <a:endParaRPr dirty="0" lang="en-US"/>
          </a:p>
        </p:txBody>
      </p:sp>
      <p:sp>
        <p:nvSpPr>
          <p:cNvPr id="1048859" name="Slide Number Placeholder 8"/>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spTree>
      <p:nvGrpSpPr>
        <p:cNvPr id="119" name=""/>
        <p:cNvGrpSpPr/>
        <p:nvPr/>
      </p:nvGrpSpPr>
      <p:grpSpPr>
        <a:xfrm>
          <a:off x="0" y="0"/>
          <a:ext cx="0" cy="0"/>
          <a:chOff x="0" y="0"/>
          <a:chExt cx="0" cy="0"/>
        </a:xfrm>
      </p:grpSpPr>
      <p:sp>
        <p:nvSpPr>
          <p:cNvPr id="1048819" name="Title 1"/>
          <p:cNvSpPr>
            <a:spLocks noGrp="1"/>
          </p:cNvSpPr>
          <p:nvPr>
            <p:ph type="title"/>
          </p:nvPr>
        </p:nvSpPr>
        <p:spPr/>
        <p:txBody>
          <a:bodyPr/>
          <a:p>
            <a:r>
              <a:rPr altLang="en-US" lang="zh-CN"/>
              <a:t>单击此处编辑母版标题样式</a:t>
            </a:r>
            <a:endParaRPr dirty="0" lang="en-US"/>
          </a:p>
        </p:txBody>
      </p:sp>
      <p:sp>
        <p:nvSpPr>
          <p:cNvPr id="1048820" name="Date Placeholder 2"/>
          <p:cNvSpPr>
            <a:spLocks noGrp="1"/>
          </p:cNvSpPr>
          <p:nvPr>
            <p:ph type="dt" sz="half" idx="10"/>
          </p:nvPr>
        </p:nvSpPr>
        <p:spPr/>
        <p:txBody>
          <a:bodyPr/>
          <a:p>
            <a:fld id="{48A87A34-81AB-432B-8DAE-1953F412C126}" type="datetimeFigureOut">
              <a:rPr dirty="0" lang="en-US"/>
            </a:fld>
            <a:endParaRPr dirty="0" lang="en-US"/>
          </a:p>
        </p:txBody>
      </p:sp>
      <p:sp>
        <p:nvSpPr>
          <p:cNvPr id="1048821" name="Footer Placeholder 3"/>
          <p:cNvSpPr>
            <a:spLocks noGrp="1"/>
          </p:cNvSpPr>
          <p:nvPr>
            <p:ph type="ftr" sz="quarter" idx="11"/>
          </p:nvPr>
        </p:nvSpPr>
        <p:spPr/>
        <p:txBody>
          <a:bodyPr/>
          <a:p>
            <a:endParaRPr dirty="0" lang="en-US"/>
          </a:p>
        </p:txBody>
      </p:sp>
      <p:sp>
        <p:nvSpPr>
          <p:cNvPr id="1048822" name="Slide Number Placeholder 4"/>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spTree>
      <p:nvGrpSpPr>
        <p:cNvPr id="81" name=""/>
        <p:cNvGrpSpPr/>
        <p:nvPr/>
      </p:nvGrpSpPr>
      <p:grpSpPr>
        <a:xfrm>
          <a:off x="0" y="0"/>
          <a:ext cx="0" cy="0"/>
          <a:chOff x="0" y="0"/>
          <a:chExt cx="0" cy="0"/>
        </a:xfrm>
      </p:grpSpPr>
      <p:sp>
        <p:nvSpPr>
          <p:cNvPr id="1048716" name="Date Placeholder 1"/>
          <p:cNvSpPr>
            <a:spLocks noGrp="1"/>
          </p:cNvSpPr>
          <p:nvPr>
            <p:ph type="dt" sz="half" idx="10"/>
          </p:nvPr>
        </p:nvSpPr>
        <p:spPr/>
        <p:txBody>
          <a:bodyPr/>
          <a:p>
            <a:fld id="{48A87A34-81AB-432B-8DAE-1953F412C126}" type="datetimeFigureOut">
              <a:rPr dirty="0" lang="en-US"/>
            </a:fld>
            <a:endParaRPr dirty="0" lang="en-US"/>
          </a:p>
        </p:txBody>
      </p:sp>
      <p:sp>
        <p:nvSpPr>
          <p:cNvPr id="1048717" name="Footer Placeholder 2"/>
          <p:cNvSpPr>
            <a:spLocks noGrp="1"/>
          </p:cNvSpPr>
          <p:nvPr>
            <p:ph type="ftr" sz="quarter" idx="11"/>
          </p:nvPr>
        </p:nvSpPr>
        <p:spPr/>
        <p:txBody>
          <a:bodyPr/>
          <a:p>
            <a:endParaRPr dirty="0" lang="en-US"/>
          </a:p>
        </p:txBody>
      </p:sp>
      <p:sp>
        <p:nvSpPr>
          <p:cNvPr id="1048718" name="Slide Number Placeholder 3"/>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内容与标题">
    <p:spTree>
      <p:nvGrpSpPr>
        <p:cNvPr id="130" name=""/>
        <p:cNvGrpSpPr/>
        <p:nvPr/>
      </p:nvGrpSpPr>
      <p:grpSpPr>
        <a:xfrm>
          <a:off x="0" y="0"/>
          <a:ext cx="0" cy="0"/>
          <a:chOff x="0" y="0"/>
          <a:chExt cx="0" cy="0"/>
        </a:xfrm>
      </p:grpSpPr>
      <p:sp>
        <p:nvSpPr>
          <p:cNvPr id="1048895" name="Title 1"/>
          <p:cNvSpPr>
            <a:spLocks noGrp="1"/>
          </p:cNvSpPr>
          <p:nvPr>
            <p:ph type="title"/>
          </p:nvPr>
        </p:nvSpPr>
        <p:spPr>
          <a:xfrm>
            <a:off x="1146705" y="609601"/>
            <a:ext cx="3856037" cy="1639884"/>
          </a:xfrm>
        </p:spPr>
        <p:txBody>
          <a:bodyPr anchor="b"/>
          <a:lstStyle>
            <a:lvl1pPr>
              <a:defRPr sz="3200"/>
            </a:lvl1pPr>
          </a:lstStyle>
          <a:p>
            <a:r>
              <a:rPr altLang="en-US" lang="zh-CN"/>
              <a:t>单击此处编辑母版标题样式</a:t>
            </a:r>
            <a:endParaRPr dirty="0" lang="en-US"/>
          </a:p>
        </p:txBody>
      </p:sp>
      <p:sp>
        <p:nvSpPr>
          <p:cNvPr id="1048896" name="Content Placeholder 2"/>
          <p:cNvSpPr>
            <a:spLocks noGrp="1"/>
          </p:cNvSpPr>
          <p:nvPr>
            <p:ph idx="1" hasCustomPrompt="1"/>
          </p:nvPr>
        </p:nvSpPr>
        <p:spPr>
          <a:xfrm>
            <a:off x="5156200" y="592666"/>
            <a:ext cx="5891209" cy="5198534"/>
          </a:xfrm>
        </p:spPr>
        <p:txBody>
          <a:bodyPr anchor="ct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897" name="Text Placeholder 3"/>
          <p:cNvSpPr>
            <a:spLocks noGrp="1"/>
          </p:cNvSpPr>
          <p:nvPr>
            <p:ph type="body" sz="half" idx="2" hasCustomPrompt="1"/>
          </p:nvPr>
        </p:nvSpPr>
        <p:spPr>
          <a:xfrm>
            <a:off x="1146705" y="2249486"/>
            <a:ext cx="3856037" cy="3541714"/>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98" name="Date Placeholder 4"/>
          <p:cNvSpPr>
            <a:spLocks noGrp="1"/>
          </p:cNvSpPr>
          <p:nvPr>
            <p:ph type="dt" sz="half" idx="10"/>
          </p:nvPr>
        </p:nvSpPr>
        <p:spPr/>
        <p:txBody>
          <a:bodyPr/>
          <a:p>
            <a:fld id="{48A87A34-81AB-432B-8DAE-1953F412C126}" type="datetimeFigureOut">
              <a:rPr dirty="0" lang="en-US"/>
            </a:fld>
            <a:endParaRPr dirty="0" lang="en-US"/>
          </a:p>
        </p:txBody>
      </p:sp>
      <p:sp>
        <p:nvSpPr>
          <p:cNvPr id="1048899" name="Footer Placeholder 5"/>
          <p:cNvSpPr>
            <a:spLocks noGrp="1"/>
          </p:cNvSpPr>
          <p:nvPr>
            <p:ph type="ftr" sz="quarter" idx="11"/>
          </p:nvPr>
        </p:nvSpPr>
        <p:spPr/>
        <p:txBody>
          <a:bodyPr/>
          <a:p>
            <a:endParaRPr dirty="0" lang="en-US"/>
          </a:p>
        </p:txBody>
      </p:sp>
      <p:sp>
        <p:nvSpPr>
          <p:cNvPr id="1048900" name="Slide Number Placeholder 6"/>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图片与标题">
    <p:spTree>
      <p:nvGrpSpPr>
        <p:cNvPr id="122" name=""/>
        <p:cNvGrpSpPr/>
        <p:nvPr/>
      </p:nvGrpSpPr>
      <p:grpSpPr>
        <a:xfrm>
          <a:off x="0" y="0"/>
          <a:ext cx="0" cy="0"/>
          <a:chOff x="0" y="0"/>
          <a:chExt cx="0" cy="0"/>
        </a:xfrm>
      </p:grpSpPr>
      <p:sp>
        <p:nvSpPr>
          <p:cNvPr id="1048833" name="Title 1"/>
          <p:cNvSpPr>
            <a:spLocks noGrp="1"/>
          </p:cNvSpPr>
          <p:nvPr>
            <p:ph type="title"/>
          </p:nvPr>
        </p:nvSpPr>
        <p:spPr>
          <a:xfrm>
            <a:off x="1141413" y="609600"/>
            <a:ext cx="5934508" cy="1639886"/>
          </a:xfrm>
        </p:spPr>
        <p:txBody>
          <a:bodyPr anchor="b"/>
          <a:lstStyle>
            <a:lvl1pPr>
              <a:defRPr sz="3200"/>
            </a:lvl1pPr>
          </a:lstStyle>
          <a:p>
            <a:r>
              <a:rPr altLang="en-US" lang="zh-CN"/>
              <a:t>单击此处编辑母版标题样式</a:t>
            </a:r>
            <a:endParaRPr dirty="0" lang="en-US"/>
          </a:p>
        </p:txBody>
      </p:sp>
      <p:sp>
        <p:nvSpPr>
          <p:cNvPr id="1048834" name="Picture Placeholder 2"/>
          <p:cNvSpPr>
            <a:spLocks noChangeAspect="1" noGrp="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en-US" lang="zh-CN"/>
              <a:t>单击图标添加图片</a:t>
            </a:r>
            <a:endParaRPr dirty="0" lang="en-US"/>
          </a:p>
        </p:txBody>
      </p:sp>
      <p:sp>
        <p:nvSpPr>
          <p:cNvPr id="1048835" name="Text Placeholder 3"/>
          <p:cNvSpPr>
            <a:spLocks noGrp="1"/>
          </p:cNvSpPr>
          <p:nvPr>
            <p:ph type="body" sz="half" idx="2" hasCustomPrompt="1"/>
          </p:nvPr>
        </p:nvSpPr>
        <p:spPr>
          <a:xfrm>
            <a:off x="1141410" y="2249486"/>
            <a:ext cx="5934511" cy="3541714"/>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36" name="Date Placeholder 4"/>
          <p:cNvSpPr>
            <a:spLocks noGrp="1"/>
          </p:cNvSpPr>
          <p:nvPr>
            <p:ph type="dt" sz="half" idx="10"/>
          </p:nvPr>
        </p:nvSpPr>
        <p:spPr/>
        <p:txBody>
          <a:bodyPr/>
          <a:p>
            <a:fld id="{48A87A34-81AB-432B-8DAE-1953F412C126}" type="datetimeFigureOut">
              <a:rPr dirty="0" lang="en-US"/>
            </a:fld>
            <a:endParaRPr dirty="0" lang="en-US"/>
          </a:p>
        </p:txBody>
      </p:sp>
      <p:sp>
        <p:nvSpPr>
          <p:cNvPr id="1048837" name="Footer Placeholder 5"/>
          <p:cNvSpPr>
            <a:spLocks noGrp="1"/>
          </p:cNvSpPr>
          <p:nvPr>
            <p:ph type="ftr" sz="quarter" idx="11"/>
          </p:nvPr>
        </p:nvSpPr>
        <p:spPr/>
        <p:txBody>
          <a:bodyPr/>
          <a:p>
            <a:endParaRPr dirty="0" lang="en-US"/>
          </a:p>
        </p:txBody>
      </p:sp>
      <p:sp>
        <p:nvSpPr>
          <p:cNvPr id="1048838" name="Slide Number Placeholder 6"/>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描述的全景图片">
    <p:spTree>
      <p:nvGrpSpPr>
        <p:cNvPr id="127" name=""/>
        <p:cNvGrpSpPr/>
        <p:nvPr/>
      </p:nvGrpSpPr>
      <p:grpSpPr>
        <a:xfrm>
          <a:off x="0" y="0"/>
          <a:ext cx="0" cy="0"/>
          <a:chOff x="0" y="0"/>
          <a:chExt cx="0" cy="0"/>
        </a:xfrm>
      </p:grpSpPr>
      <p:sp>
        <p:nvSpPr>
          <p:cNvPr id="1048873" name="Title 1"/>
          <p:cNvSpPr>
            <a:spLocks noGrp="1"/>
          </p:cNvSpPr>
          <p:nvPr>
            <p:ph type="title"/>
          </p:nvPr>
        </p:nvSpPr>
        <p:spPr>
          <a:xfrm>
            <a:off x="1141410" y="4304664"/>
            <a:ext cx="9912355" cy="819355"/>
          </a:xfrm>
        </p:spPr>
        <p:txBody>
          <a:bodyPr anchor="b">
            <a:normAutofit/>
          </a:bodyPr>
          <a:lstStyle>
            <a:lvl1pPr>
              <a:defRPr sz="3200"/>
            </a:lvl1pPr>
          </a:lstStyle>
          <a:p>
            <a:r>
              <a:rPr altLang="en-US" lang="zh-CN"/>
              <a:t>单击此处编辑母版标题样式</a:t>
            </a:r>
            <a:endParaRPr dirty="0" lang="en-US"/>
          </a:p>
        </p:txBody>
      </p:sp>
      <p:sp>
        <p:nvSpPr>
          <p:cNvPr id="1048874" name="Picture Placeholder 2"/>
          <p:cNvSpPr>
            <a:spLocks noChangeAspect="1" noGrp="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bIns="45720" lIns="91440" rIns="91440" rtlCol="0" tIns="45720" vert="horz">
            <a:normAutofit/>
          </a:bodyPr>
          <a:lstStyle>
            <a:lvl1pPr>
              <a:buNone/>
              <a:defRPr sz="3200" lang="en-US"/>
            </a:lvl1pPr>
          </a:lstStyle>
          <a:p>
            <a:pPr indent="0" lvl="0" marL="0">
              <a:buNone/>
            </a:pPr>
            <a:r>
              <a:rPr altLang="en-US" lang="zh-CN"/>
              <a:t>单击图标添加图片</a:t>
            </a:r>
            <a:endParaRPr dirty="0" lang="en-US"/>
          </a:p>
        </p:txBody>
      </p:sp>
      <p:sp>
        <p:nvSpPr>
          <p:cNvPr id="1048875" name="Text Placeholder 3"/>
          <p:cNvSpPr>
            <a:spLocks noGrp="1"/>
          </p:cNvSpPr>
          <p:nvPr>
            <p:ph type="body" sz="half" idx="2" hasCustomPrompt="1"/>
          </p:nvPr>
        </p:nvSpPr>
        <p:spPr>
          <a:xfrm>
            <a:off x="1141364" y="5124020"/>
            <a:ext cx="9910859" cy="682472"/>
          </a:xfrm>
        </p:spPr>
        <p:txBody>
          <a:bodyPr>
            <a:normAutofit/>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76" name="Date Placeholder 4"/>
          <p:cNvSpPr>
            <a:spLocks noGrp="1"/>
          </p:cNvSpPr>
          <p:nvPr>
            <p:ph type="dt" sz="half" idx="10"/>
          </p:nvPr>
        </p:nvSpPr>
        <p:spPr/>
        <p:txBody>
          <a:bodyPr/>
          <a:p>
            <a:fld id="{48A87A34-81AB-432B-8DAE-1953F412C126}" type="datetimeFigureOut">
              <a:rPr dirty="0" lang="en-US"/>
            </a:fld>
            <a:endParaRPr dirty="0" lang="en-US"/>
          </a:p>
        </p:txBody>
      </p:sp>
      <p:sp>
        <p:nvSpPr>
          <p:cNvPr id="1048877" name="Footer Placeholder 5"/>
          <p:cNvSpPr>
            <a:spLocks noGrp="1"/>
          </p:cNvSpPr>
          <p:nvPr>
            <p:ph type="ftr" sz="quarter" idx="11"/>
          </p:nvPr>
        </p:nvSpPr>
        <p:spPr/>
        <p:txBody>
          <a:bodyPr/>
          <a:p>
            <a:endParaRPr dirty="0" lang="en-US"/>
          </a:p>
        </p:txBody>
      </p:sp>
      <p:sp>
        <p:nvSpPr>
          <p:cNvPr id="1048878" name="Slide Number Placeholder 6"/>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21" name=""/>
        <p:cNvGrpSpPr/>
        <p:nvPr/>
      </p:nvGrpSpPr>
      <p:grpSpPr>
        <a:xfrm>
          <a:off x="0" y="0"/>
          <a:ext cx="0" cy="0"/>
          <a:chOff x="0" y="0"/>
          <a:chExt cx="0" cy="0"/>
        </a:xfrm>
      </p:grpSpPr>
      <p:sp>
        <p:nvSpPr>
          <p:cNvPr id="1048828" name="Title 1"/>
          <p:cNvSpPr>
            <a:spLocks noGrp="1"/>
          </p:cNvSpPr>
          <p:nvPr>
            <p:ph type="title"/>
          </p:nvPr>
        </p:nvSpPr>
        <p:spPr>
          <a:xfrm>
            <a:off x="1141456" y="609600"/>
            <a:ext cx="9905955" cy="3429000"/>
          </a:xfrm>
        </p:spPr>
        <p:txBody>
          <a:bodyPr anchor="ctr">
            <a:normAutofit/>
          </a:bodyPr>
          <a:lstStyle>
            <a:lvl1pPr>
              <a:defRPr sz="3600"/>
            </a:lvl1pPr>
          </a:lstStyle>
          <a:p>
            <a:r>
              <a:rPr altLang="en-US" lang="zh-CN"/>
              <a:t>单击此处编辑母版标题样式</a:t>
            </a:r>
            <a:endParaRPr dirty="0" lang="en-US"/>
          </a:p>
        </p:txBody>
      </p:sp>
      <p:sp>
        <p:nvSpPr>
          <p:cNvPr id="1048829" name="Text Placeholder 3"/>
          <p:cNvSpPr>
            <a:spLocks noGrp="1"/>
          </p:cNvSpPr>
          <p:nvPr>
            <p:ph type="body" sz="half" idx="2" hasCustomPrompt="1"/>
          </p:nvPr>
        </p:nvSpPr>
        <p:spPr>
          <a:xfrm>
            <a:off x="1141410" y="4419599"/>
            <a:ext cx="9904459" cy="1371599"/>
          </a:xfrm>
        </p:spPr>
        <p:txBody>
          <a:bodyPr anchor="ctr">
            <a:normAutofit/>
          </a:bodyPr>
          <a:lstStyle>
            <a:lvl1pP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30" name="Date Placeholder 4"/>
          <p:cNvSpPr>
            <a:spLocks noGrp="1"/>
          </p:cNvSpPr>
          <p:nvPr>
            <p:ph type="dt" sz="half" idx="10"/>
          </p:nvPr>
        </p:nvSpPr>
        <p:spPr/>
        <p:txBody>
          <a:bodyPr/>
          <a:p>
            <a:fld id="{48A87A34-81AB-432B-8DAE-1953F412C126}" type="datetimeFigureOut">
              <a:rPr dirty="0" lang="en-US"/>
            </a:fld>
            <a:endParaRPr dirty="0" lang="en-US"/>
          </a:p>
        </p:txBody>
      </p:sp>
      <p:sp>
        <p:nvSpPr>
          <p:cNvPr id="1048831" name="Footer Placeholder 5"/>
          <p:cNvSpPr>
            <a:spLocks noGrp="1"/>
          </p:cNvSpPr>
          <p:nvPr>
            <p:ph type="ftr" sz="quarter" idx="11"/>
          </p:nvPr>
        </p:nvSpPr>
        <p:spPr/>
        <p:txBody>
          <a:bodyPr/>
          <a:p>
            <a:endParaRPr dirty="0" lang="en-US"/>
          </a:p>
        </p:txBody>
      </p:sp>
      <p:sp>
        <p:nvSpPr>
          <p:cNvPr id="1048832" name="Slide Number Placeholder 6"/>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26" name=""/>
        <p:cNvGrpSpPr/>
        <p:nvPr/>
      </p:nvGrpSpPr>
      <p:grpSpPr>
        <a:xfrm>
          <a:off x="0" y="0"/>
          <a:ext cx="0" cy="0"/>
          <a:chOff x="0" y="0"/>
          <a:chExt cx="0" cy="0"/>
        </a:xfrm>
      </p:grpSpPr>
      <p:sp>
        <p:nvSpPr>
          <p:cNvPr id="1048865" name="Title 1"/>
          <p:cNvSpPr>
            <a:spLocks noGrp="1"/>
          </p:cNvSpPr>
          <p:nvPr>
            <p:ph type="title"/>
          </p:nvPr>
        </p:nvSpPr>
        <p:spPr>
          <a:xfrm>
            <a:off x="1446212" y="609599"/>
            <a:ext cx="9302752" cy="2748429"/>
          </a:xfrm>
        </p:spPr>
        <p:txBody>
          <a:bodyPr anchor="ctr">
            <a:normAutofit/>
          </a:bodyPr>
          <a:lstStyle>
            <a:lvl1pPr>
              <a:defRPr sz="3600"/>
            </a:lvl1pPr>
          </a:lstStyle>
          <a:p>
            <a:r>
              <a:rPr altLang="en-US" lang="zh-CN"/>
              <a:t>单击此处编辑母版标题样式</a:t>
            </a:r>
            <a:endParaRPr dirty="0" lang="en-US"/>
          </a:p>
        </p:txBody>
      </p:sp>
      <p:sp>
        <p:nvSpPr>
          <p:cNvPr id="1048866" name="Text Placeholder 3"/>
          <p:cNvSpPr>
            <a:spLocks noGrp="1"/>
          </p:cNvSpPr>
          <p:nvPr>
            <p:ph type="body" sz="half" idx="13" hasCustomPrompt="1"/>
          </p:nvPr>
        </p:nvSpPr>
        <p:spPr>
          <a:xfrm>
            <a:off x="1720644" y="3365557"/>
            <a:ext cx="8752299" cy="548968"/>
          </a:xfrm>
        </p:spPr>
        <p:txBody>
          <a:bodyPr anchor="t">
            <a:normAutofit/>
          </a:bodyPr>
          <a:lstStyle>
            <a:lvl1pPr indent="0" marL="0">
              <a:buNone/>
              <a:defRPr sz="14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67" name="Text Placeholder 3"/>
          <p:cNvSpPr>
            <a:spLocks noGrp="1"/>
          </p:cNvSpPr>
          <p:nvPr>
            <p:ph type="body" sz="half" idx="2" hasCustomPrompt="1"/>
          </p:nvPr>
        </p:nvSpPr>
        <p:spPr>
          <a:xfrm>
            <a:off x="1141411" y="4309919"/>
            <a:ext cx="9906002" cy="1489496"/>
          </a:xfrm>
        </p:spPr>
        <p:txBody>
          <a:bodyPr anchor="ctr">
            <a:normAutofit/>
          </a:bodyPr>
          <a:lstStyle>
            <a:lvl1pP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68" name="Date Placeholder 4"/>
          <p:cNvSpPr>
            <a:spLocks noGrp="1"/>
          </p:cNvSpPr>
          <p:nvPr>
            <p:ph type="dt" sz="half" idx="10"/>
          </p:nvPr>
        </p:nvSpPr>
        <p:spPr/>
        <p:txBody>
          <a:bodyPr/>
          <a:p>
            <a:fld id="{48A87A34-81AB-432B-8DAE-1953F412C126}" type="datetimeFigureOut">
              <a:rPr dirty="0" lang="en-US"/>
            </a:fld>
            <a:endParaRPr dirty="0" lang="en-US"/>
          </a:p>
        </p:txBody>
      </p:sp>
      <p:sp>
        <p:nvSpPr>
          <p:cNvPr id="1048869" name="Footer Placeholder 5"/>
          <p:cNvSpPr>
            <a:spLocks noGrp="1"/>
          </p:cNvSpPr>
          <p:nvPr>
            <p:ph type="ftr" sz="quarter" idx="11"/>
          </p:nvPr>
        </p:nvSpPr>
        <p:spPr/>
        <p:txBody>
          <a:bodyPr/>
          <a:p>
            <a:endParaRPr dirty="0" lang="en-US"/>
          </a:p>
        </p:txBody>
      </p:sp>
      <p:sp>
        <p:nvSpPr>
          <p:cNvPr id="1048870" name="Slide Number Placeholder 6"/>
          <p:cNvSpPr>
            <a:spLocks noGrp="1"/>
          </p:cNvSpPr>
          <p:nvPr>
            <p:ph type="sldNum" sz="quarter" idx="12"/>
          </p:nvPr>
        </p:nvSpPr>
        <p:spPr/>
        <p:txBody>
          <a:bodyPr/>
          <a:p>
            <a:fld id="{6D22F896-40B5-4ADD-8801-0D06FADFA095}" type="slidenum">
              <a:rPr dirty="0" lang="en-US"/>
            </a:fld>
            <a:endParaRPr dirty="0" lang="en-US"/>
          </a:p>
        </p:txBody>
      </p:sp>
      <p:sp>
        <p:nvSpPr>
          <p:cNvPr id="1048871" name="TextBox 59"/>
          <p:cNvSpPr txBox="1"/>
          <p:nvPr/>
        </p:nvSpPr>
        <p:spPr>
          <a:xfrm>
            <a:off x="903512" y="732394"/>
            <a:ext cx="609600" cy="584776"/>
          </a:xfrm>
          <a:prstGeom prst="rect"/>
        </p:spPr>
        <p:txBody>
          <a:bodyPr anchor="ctr" bIns="45720" lIns="91440" rIns="91440" rtlCol="0" tIns="45720" vert="horz">
            <a:noAutofit/>
          </a:bodyPr>
          <a:lstStyle>
            <a:lvl1pPr>
              <a:spcBef>
                <a:spcPct val="0"/>
              </a:spcBef>
              <a:buNone/>
              <a:defRPr b="0" cap="all" sz="3200">
                <a:ln w="3175" cmpd="sng">
                  <a:noFill/>
                </a:ln>
                <a:effectLst>
                  <a:glow rad="38100">
                    <a:schemeClr val="bg1">
                      <a:lumMod val="65000"/>
                      <a:lumOff val="35000"/>
                      <a:alpha val="40000"/>
                    </a:schemeClr>
                  </a:glow>
                  <a:outerShdw algn="tl" blurRad="28575" dir="14040000" dist="38100"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lvl="0"/>
            <a:r>
              <a:rPr dirty="0" sz="8000" lang="en-US">
                <a:solidFill>
                  <a:schemeClr val="tx1"/>
                </a:solidFill>
                <a:effectLst/>
              </a:rPr>
              <a:t>“</a:t>
            </a:r>
            <a:endParaRPr dirty="0" sz="8000" lang="en-US">
              <a:solidFill>
                <a:schemeClr val="tx1"/>
              </a:solidFill>
              <a:effectLst/>
            </a:endParaRPr>
          </a:p>
        </p:txBody>
      </p:sp>
      <p:sp>
        <p:nvSpPr>
          <p:cNvPr id="1048872" name="TextBox 60"/>
          <p:cNvSpPr txBox="1"/>
          <p:nvPr/>
        </p:nvSpPr>
        <p:spPr>
          <a:xfrm>
            <a:off x="10537370" y="2764972"/>
            <a:ext cx="609600" cy="584776"/>
          </a:xfrm>
          <a:prstGeom prst="rect"/>
        </p:spPr>
        <p:txBody>
          <a:bodyPr anchor="ctr" bIns="45720" lIns="91440" rIns="91440" rtlCol="0" tIns="45720" vert="horz">
            <a:noAutofit/>
          </a:bodyPr>
          <a:lstStyle>
            <a:lvl1pPr>
              <a:spcBef>
                <a:spcPct val="0"/>
              </a:spcBef>
              <a:buNone/>
              <a:defRPr b="0" cap="all" sz="3200">
                <a:ln w="3175" cmpd="sng">
                  <a:noFill/>
                </a:ln>
                <a:effectLst>
                  <a:glow rad="38100">
                    <a:schemeClr val="bg1">
                      <a:lumMod val="65000"/>
                      <a:lumOff val="35000"/>
                      <a:alpha val="40000"/>
                    </a:schemeClr>
                  </a:glow>
                  <a:outerShdw algn="tl" blurRad="28575" dir="14040000" dist="38100"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algn="r" lvl="0"/>
            <a:r>
              <a:rPr dirty="0" sz="8000" lang="en-US">
                <a:solidFill>
                  <a:schemeClr val="tx1"/>
                </a:solidFill>
                <a:effectLst/>
              </a:rPr>
              <a:t>”</a:t>
            </a:r>
            <a:endParaRPr dirty="0" sz="8000" lang="en-US">
              <a:solidFill>
                <a:schemeClr val="tx1"/>
              </a:solidFill>
              <a:effectL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20" name=""/>
        <p:cNvGrpSpPr/>
        <p:nvPr/>
      </p:nvGrpSpPr>
      <p:grpSpPr>
        <a:xfrm>
          <a:off x="0" y="0"/>
          <a:ext cx="0" cy="0"/>
          <a:chOff x="0" y="0"/>
          <a:chExt cx="0" cy="0"/>
        </a:xfrm>
      </p:grpSpPr>
      <p:sp>
        <p:nvSpPr>
          <p:cNvPr id="1048823" name="Title 1"/>
          <p:cNvSpPr>
            <a:spLocks noGrp="1"/>
          </p:cNvSpPr>
          <p:nvPr>
            <p:ph type="title"/>
          </p:nvPr>
        </p:nvSpPr>
        <p:spPr>
          <a:xfrm>
            <a:off x="1141410" y="2134041"/>
            <a:ext cx="9906001" cy="2511835"/>
          </a:xfrm>
        </p:spPr>
        <p:txBody>
          <a:bodyPr anchor="b">
            <a:normAutofit/>
          </a:bodyPr>
          <a:lstStyle>
            <a:lvl1pPr>
              <a:defRPr sz="3600"/>
            </a:lvl1pPr>
          </a:lstStyle>
          <a:p>
            <a:r>
              <a:rPr altLang="en-US" lang="zh-CN"/>
              <a:t>单击此处编辑母版标题样式</a:t>
            </a:r>
            <a:endParaRPr dirty="0" lang="en-US"/>
          </a:p>
        </p:txBody>
      </p:sp>
      <p:sp>
        <p:nvSpPr>
          <p:cNvPr id="1048824" name="Text Placeholder 3"/>
          <p:cNvSpPr>
            <a:spLocks noGrp="1"/>
          </p:cNvSpPr>
          <p:nvPr>
            <p:ph type="body" sz="half" idx="2" hasCustomPrompt="1"/>
          </p:nvPr>
        </p:nvSpPr>
        <p:spPr>
          <a:xfrm>
            <a:off x="1141364" y="4657655"/>
            <a:ext cx="9904505" cy="1140644"/>
          </a:xfrm>
        </p:spPr>
        <p:txBody>
          <a:bodyPr anchor="t">
            <a:normAutofit/>
          </a:bodyPr>
          <a:lstStyle>
            <a:lvl1pPr indent="0" marL="0">
              <a:buNone/>
              <a:defRPr sz="18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lang="zh-CN"/>
              <a:t>编辑母版文本样式</a:t>
            </a:r>
            <a:endParaRPr altLang="en-US" lang="zh-CN"/>
          </a:p>
        </p:txBody>
      </p:sp>
      <p:sp>
        <p:nvSpPr>
          <p:cNvPr id="1048825" name="Date Placeholder 4"/>
          <p:cNvSpPr>
            <a:spLocks noGrp="1"/>
          </p:cNvSpPr>
          <p:nvPr>
            <p:ph type="dt" sz="half" idx="10"/>
          </p:nvPr>
        </p:nvSpPr>
        <p:spPr/>
        <p:txBody>
          <a:bodyPr/>
          <a:p>
            <a:fld id="{48A87A34-81AB-432B-8DAE-1953F412C126}" type="datetimeFigureOut">
              <a:rPr dirty="0" lang="en-US"/>
            </a:fld>
            <a:endParaRPr dirty="0" lang="en-US"/>
          </a:p>
        </p:txBody>
      </p:sp>
      <p:sp>
        <p:nvSpPr>
          <p:cNvPr id="1048826" name="Footer Placeholder 5"/>
          <p:cNvSpPr>
            <a:spLocks noGrp="1"/>
          </p:cNvSpPr>
          <p:nvPr>
            <p:ph type="ftr" sz="quarter" idx="11"/>
          </p:nvPr>
        </p:nvSpPr>
        <p:spPr/>
        <p:txBody>
          <a:bodyPr/>
          <a:p>
            <a:endParaRPr dirty="0" lang="en-US"/>
          </a:p>
        </p:txBody>
      </p:sp>
      <p:sp>
        <p:nvSpPr>
          <p:cNvPr id="1048827" name="Slide Number Placeholder 6"/>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栏">
    <p:spTree>
      <p:nvGrpSpPr>
        <p:cNvPr id="129" name=""/>
        <p:cNvGrpSpPr/>
        <p:nvPr/>
      </p:nvGrpSpPr>
      <p:grpSpPr>
        <a:xfrm>
          <a:off x="0" y="0"/>
          <a:ext cx="0" cy="0"/>
          <a:chOff x="0" y="0"/>
          <a:chExt cx="0" cy="0"/>
        </a:xfrm>
      </p:grpSpPr>
      <p:sp>
        <p:nvSpPr>
          <p:cNvPr id="1048885" name="Title 1"/>
          <p:cNvSpPr>
            <a:spLocks noGrp="1"/>
          </p:cNvSpPr>
          <p:nvPr>
            <p:ph type="title"/>
          </p:nvPr>
        </p:nvSpPr>
        <p:spPr>
          <a:xfrm>
            <a:off x="1141413" y="609600"/>
            <a:ext cx="9905998" cy="1905000"/>
          </a:xfrm>
        </p:spPr>
        <p:txBody>
          <a:bodyPr/>
          <a:p>
            <a:r>
              <a:rPr altLang="en-US" lang="zh-CN"/>
              <a:t>单击此处编辑母版标题样式</a:t>
            </a:r>
            <a:endParaRPr dirty="0" lang="en-US"/>
          </a:p>
        </p:txBody>
      </p:sp>
      <p:sp>
        <p:nvSpPr>
          <p:cNvPr id="1048886" name="Text Placeholder 2"/>
          <p:cNvSpPr>
            <a:spLocks noGrp="1"/>
          </p:cNvSpPr>
          <p:nvPr>
            <p:ph type="body" idx="1" hasCustomPrompt="1"/>
          </p:nvPr>
        </p:nvSpPr>
        <p:spPr>
          <a:xfrm>
            <a:off x="1141410" y="2674463"/>
            <a:ext cx="3196899" cy="685800"/>
          </a:xfrm>
        </p:spPr>
        <p:txBody>
          <a:bodyPr anchor="b">
            <a:noAutofit/>
          </a:bodyPr>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87" name="Text Placeholder 3"/>
          <p:cNvSpPr>
            <a:spLocks noGrp="1"/>
          </p:cNvSpPr>
          <p:nvPr>
            <p:ph type="body" sz="half" idx="15" hasCustomPrompt="1"/>
          </p:nvPr>
        </p:nvSpPr>
        <p:spPr>
          <a:xfrm>
            <a:off x="1127918" y="3360263"/>
            <a:ext cx="3208735" cy="2430936"/>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altLang="en-US" lang="zh-CN"/>
              <a:t>编辑母版文本样式</a:t>
            </a:r>
            <a:endParaRPr altLang="en-US" lang="zh-CN"/>
          </a:p>
        </p:txBody>
      </p:sp>
      <p:sp>
        <p:nvSpPr>
          <p:cNvPr id="1048888" name="Text Placeholder 4"/>
          <p:cNvSpPr>
            <a:spLocks noGrp="1"/>
          </p:cNvSpPr>
          <p:nvPr>
            <p:ph type="body" sz="quarter" idx="3" hasCustomPrompt="1"/>
          </p:nvPr>
        </p:nvSpPr>
        <p:spPr>
          <a:xfrm>
            <a:off x="4514766" y="2677635"/>
            <a:ext cx="3184385" cy="685800"/>
          </a:xfrm>
        </p:spPr>
        <p:txBody>
          <a:bodyPr anchor="b">
            <a:noAutofit/>
          </a:bodyPr>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89" name="Text Placeholder 3"/>
          <p:cNvSpPr>
            <a:spLocks noGrp="1"/>
          </p:cNvSpPr>
          <p:nvPr>
            <p:ph type="body" sz="half" idx="16" hasCustomPrompt="1"/>
          </p:nvPr>
        </p:nvSpPr>
        <p:spPr>
          <a:xfrm>
            <a:off x="4504213" y="3363435"/>
            <a:ext cx="3195830" cy="2430936"/>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altLang="en-US" lang="zh-CN"/>
              <a:t>编辑母版文本样式</a:t>
            </a:r>
            <a:endParaRPr altLang="en-US" lang="zh-CN"/>
          </a:p>
        </p:txBody>
      </p:sp>
      <p:sp>
        <p:nvSpPr>
          <p:cNvPr id="1048890" name="Text Placeholder 4"/>
          <p:cNvSpPr>
            <a:spLocks noGrp="1"/>
          </p:cNvSpPr>
          <p:nvPr>
            <p:ph type="body" sz="quarter" idx="13" hasCustomPrompt="1"/>
          </p:nvPr>
        </p:nvSpPr>
        <p:spPr>
          <a:xfrm>
            <a:off x="7852442" y="2674463"/>
            <a:ext cx="3194968" cy="685800"/>
          </a:xfrm>
        </p:spPr>
        <p:txBody>
          <a:bodyPr anchor="b">
            <a:noAutofit/>
          </a:bodyPr>
          <a:lstStyle>
            <a:lvl1pPr indent="0" marL="0">
              <a:lnSpc>
                <a:spcPct val="90000"/>
              </a:lnSpc>
              <a:buNone/>
              <a:defRPr baseline="0" b="0" cap="all" sz="24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91" name="Text Placeholder 3"/>
          <p:cNvSpPr>
            <a:spLocks noGrp="1"/>
          </p:cNvSpPr>
          <p:nvPr>
            <p:ph type="body" sz="half" idx="17" hasCustomPrompt="1"/>
          </p:nvPr>
        </p:nvSpPr>
        <p:spPr>
          <a:xfrm>
            <a:off x="7852442" y="3360263"/>
            <a:ext cx="3194968" cy="2430936"/>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altLang="en-US" lang="zh-CN"/>
              <a:t>编辑母版文本样式</a:t>
            </a:r>
            <a:endParaRPr altLang="en-US" lang="zh-CN"/>
          </a:p>
        </p:txBody>
      </p:sp>
      <p:sp>
        <p:nvSpPr>
          <p:cNvPr id="1048892" name="Date Placeholder 2"/>
          <p:cNvSpPr>
            <a:spLocks noGrp="1"/>
          </p:cNvSpPr>
          <p:nvPr>
            <p:ph type="dt" sz="half" idx="10"/>
          </p:nvPr>
        </p:nvSpPr>
        <p:spPr/>
        <p:txBody>
          <a:bodyPr/>
          <a:p>
            <a:fld id="{48A87A34-81AB-432B-8DAE-1953F412C126}" type="datetimeFigureOut">
              <a:rPr dirty="0" lang="en-US"/>
            </a:fld>
            <a:endParaRPr dirty="0" lang="en-US"/>
          </a:p>
        </p:txBody>
      </p:sp>
      <p:sp>
        <p:nvSpPr>
          <p:cNvPr id="1048893" name="Footer Placeholder 3"/>
          <p:cNvSpPr>
            <a:spLocks noGrp="1"/>
          </p:cNvSpPr>
          <p:nvPr>
            <p:ph type="ftr" sz="quarter" idx="11"/>
          </p:nvPr>
        </p:nvSpPr>
        <p:spPr/>
        <p:txBody>
          <a:bodyPr/>
          <a:p>
            <a:endParaRPr dirty="0" lang="en-US"/>
          </a:p>
        </p:txBody>
      </p:sp>
      <p:sp>
        <p:nvSpPr>
          <p:cNvPr id="1048894" name="Slide Number Placeholder 4"/>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图片栏">
    <p:spTree>
      <p:nvGrpSpPr>
        <p:cNvPr id="123" name=""/>
        <p:cNvGrpSpPr/>
        <p:nvPr/>
      </p:nvGrpSpPr>
      <p:grpSpPr>
        <a:xfrm>
          <a:off x="0" y="0"/>
          <a:ext cx="0" cy="0"/>
          <a:chOff x="0" y="0"/>
          <a:chExt cx="0" cy="0"/>
        </a:xfrm>
      </p:grpSpPr>
      <p:sp>
        <p:nvSpPr>
          <p:cNvPr id="1048839" name="Title 1"/>
          <p:cNvSpPr>
            <a:spLocks noGrp="1"/>
          </p:cNvSpPr>
          <p:nvPr>
            <p:ph type="title"/>
          </p:nvPr>
        </p:nvSpPr>
        <p:spPr>
          <a:xfrm>
            <a:off x="1141411" y="609600"/>
            <a:ext cx="9905999" cy="1905000"/>
          </a:xfrm>
        </p:spPr>
        <p:txBody>
          <a:bodyPr/>
          <a:p>
            <a:r>
              <a:rPr altLang="en-US" lang="zh-CN"/>
              <a:t>单击此处编辑母版标题样式</a:t>
            </a:r>
            <a:endParaRPr dirty="0" lang="en-US"/>
          </a:p>
        </p:txBody>
      </p:sp>
      <p:sp>
        <p:nvSpPr>
          <p:cNvPr id="1048840" name="Text Placeholder 2"/>
          <p:cNvSpPr>
            <a:spLocks noGrp="1"/>
          </p:cNvSpPr>
          <p:nvPr>
            <p:ph type="body" idx="1" hasCustomPrompt="1"/>
          </p:nvPr>
        </p:nvSpPr>
        <p:spPr>
          <a:xfrm>
            <a:off x="1141413" y="4404596"/>
            <a:ext cx="3195240" cy="576262"/>
          </a:xfrm>
        </p:spPr>
        <p:txBody>
          <a:bodyPr anchor="b">
            <a:noAutofit/>
          </a:bodyPr>
          <a:lstStyle>
            <a:lvl1pPr indent="0" marL="0">
              <a:lnSpc>
                <a:spcPct val="90000"/>
              </a:lnSpc>
              <a:buNone/>
              <a:defRPr baseline="0" b="0" cap="all"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41" name="Picture Placeholder 2"/>
          <p:cNvSpPr>
            <a:spLocks noChangeAspect="1" noGrp="1"/>
          </p:cNvSpPr>
          <p:nvPr>
            <p:ph type="pic" idx="15"/>
          </p:nvPr>
        </p:nvSpPr>
        <p:spPr>
          <a:xfrm>
            <a:off x="1141413" y="2666998"/>
            <a:ext cx="3195240" cy="1524000"/>
          </a:xfrm>
          <a:prstGeom prst="round2DiagRect"/>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bIns="45720" lIns="91440" rIns="91440" rtlCol="0" tIns="45720" vert="horz">
            <a:normAutofit/>
          </a:bodyPr>
          <a:lstStyle>
            <a:lvl1pPr>
              <a:buNone/>
              <a:defRPr dirty="0" sz="2000" lang="en-US"/>
            </a:lvl1pPr>
          </a:lstStyle>
          <a:p>
            <a:pPr indent="0" lvl="0" marL="0">
              <a:buNone/>
            </a:pPr>
            <a:r>
              <a:rPr altLang="en-US" lang="zh-CN"/>
              <a:t>单击图标添加图片</a:t>
            </a:r>
            <a:endParaRPr dirty="0" lang="en-US"/>
          </a:p>
        </p:txBody>
      </p:sp>
      <p:sp>
        <p:nvSpPr>
          <p:cNvPr id="1048842" name="Text Placeholder 3"/>
          <p:cNvSpPr>
            <a:spLocks noGrp="1"/>
          </p:cNvSpPr>
          <p:nvPr>
            <p:ph type="body" sz="half" idx="18" hasCustomPrompt="1"/>
          </p:nvPr>
        </p:nvSpPr>
        <p:spPr>
          <a:xfrm>
            <a:off x="1141413" y="4980858"/>
            <a:ext cx="3195240" cy="817843"/>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altLang="en-US" lang="zh-CN"/>
              <a:t>编辑母版文本样式</a:t>
            </a:r>
            <a:endParaRPr altLang="en-US" lang="zh-CN"/>
          </a:p>
        </p:txBody>
      </p:sp>
      <p:sp>
        <p:nvSpPr>
          <p:cNvPr id="1048843" name="Text Placeholder 4"/>
          <p:cNvSpPr>
            <a:spLocks noGrp="1"/>
          </p:cNvSpPr>
          <p:nvPr>
            <p:ph type="body" sz="quarter" idx="3" hasCustomPrompt="1"/>
          </p:nvPr>
        </p:nvSpPr>
        <p:spPr>
          <a:xfrm>
            <a:off x="4489053" y="4404596"/>
            <a:ext cx="3200400" cy="576262"/>
          </a:xfrm>
        </p:spPr>
        <p:txBody>
          <a:bodyPr anchor="b">
            <a:noAutofit/>
          </a:bodyPr>
          <a:lstStyle>
            <a:lvl1pPr indent="0" marL="0">
              <a:lnSpc>
                <a:spcPct val="90000"/>
              </a:lnSpc>
              <a:buNone/>
              <a:defRPr baseline="0" b="0" cap="all"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44" name="Picture Placeholder 2"/>
          <p:cNvSpPr>
            <a:spLocks noChangeAspect="1" noGrp="1"/>
          </p:cNvSpPr>
          <p:nvPr>
            <p:ph type="pic" idx="21"/>
          </p:nvPr>
        </p:nvSpPr>
        <p:spPr>
          <a:xfrm>
            <a:off x="4489053" y="2666998"/>
            <a:ext cx="3198940" cy="1524000"/>
          </a:xfrm>
          <a:prstGeom prst="round2DiagRect"/>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bIns="45720" lIns="91440" rIns="91440" rtlCol="0" tIns="45720" vert="horz">
            <a:normAutofit/>
          </a:bodyPr>
          <a:lstStyle>
            <a:lvl1pPr>
              <a:buNone/>
              <a:defRPr dirty="0" sz="2000" lang="en-US"/>
            </a:lvl1pPr>
          </a:lstStyle>
          <a:p>
            <a:pPr indent="0" lvl="0" marL="0">
              <a:buNone/>
            </a:pPr>
            <a:r>
              <a:rPr altLang="en-US" lang="zh-CN"/>
              <a:t>单击图标添加图片</a:t>
            </a:r>
            <a:endParaRPr dirty="0" lang="en-US"/>
          </a:p>
        </p:txBody>
      </p:sp>
      <p:sp>
        <p:nvSpPr>
          <p:cNvPr id="1048845" name="Text Placeholder 3"/>
          <p:cNvSpPr>
            <a:spLocks noGrp="1"/>
          </p:cNvSpPr>
          <p:nvPr>
            <p:ph type="body" sz="half" idx="19" hasCustomPrompt="1"/>
          </p:nvPr>
        </p:nvSpPr>
        <p:spPr>
          <a:xfrm>
            <a:off x="4487593" y="4980857"/>
            <a:ext cx="3200400" cy="810342"/>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altLang="en-US" lang="zh-CN"/>
              <a:t>编辑母版文本样式</a:t>
            </a:r>
            <a:endParaRPr altLang="en-US" lang="zh-CN"/>
          </a:p>
        </p:txBody>
      </p:sp>
      <p:sp>
        <p:nvSpPr>
          <p:cNvPr id="1048846" name="Text Placeholder 4"/>
          <p:cNvSpPr>
            <a:spLocks noGrp="1"/>
          </p:cNvSpPr>
          <p:nvPr>
            <p:ph type="body" sz="quarter" idx="13" hasCustomPrompt="1"/>
          </p:nvPr>
        </p:nvSpPr>
        <p:spPr>
          <a:xfrm>
            <a:off x="7852567" y="4404595"/>
            <a:ext cx="3190741" cy="576262"/>
          </a:xfrm>
        </p:spPr>
        <p:txBody>
          <a:bodyPr anchor="b">
            <a:noAutofit/>
          </a:bodyPr>
          <a:lstStyle>
            <a:lvl1pPr indent="0" marL="0">
              <a:lnSpc>
                <a:spcPct val="90000"/>
              </a:lnSpc>
              <a:buNone/>
              <a:defRPr baseline="0" b="0" cap="all" sz="2000">
                <a:solidFill>
                  <a:schemeClr val="tx1"/>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lang="zh-CN"/>
              <a:t>编辑母版文本样式</a:t>
            </a:r>
            <a:endParaRPr altLang="en-US" lang="zh-CN"/>
          </a:p>
        </p:txBody>
      </p:sp>
      <p:sp>
        <p:nvSpPr>
          <p:cNvPr id="1048847" name="Picture Placeholder 2"/>
          <p:cNvSpPr>
            <a:spLocks noChangeAspect="1" noGrp="1"/>
          </p:cNvSpPr>
          <p:nvPr>
            <p:ph type="pic" idx="22"/>
          </p:nvPr>
        </p:nvSpPr>
        <p:spPr>
          <a:xfrm>
            <a:off x="7852442" y="2666998"/>
            <a:ext cx="3194969" cy="1524000"/>
          </a:xfrm>
          <a:prstGeom prst="round2DiagRect"/>
          <a:ln w="19050" cap="sq">
            <a:solidFill>
              <a:schemeClr val="tx2">
                <a:lumMod val="60000"/>
                <a:lumOff val="40000"/>
                <a:alpha val="60000"/>
              </a:schemeClr>
            </a:solidFill>
            <a:miter lim="800000"/>
          </a:ln>
          <a:effectLst>
            <a:outerShdw algn="t" blurRad="88900" dir="5400000" dist="38100" rotWithShape="0">
              <a:prstClr val="black">
                <a:alpha val="40000"/>
              </a:prstClr>
            </a:outerShdw>
          </a:effectLst>
        </p:spPr>
        <p:txBody>
          <a:bodyPr anchor="t" bIns="45720" lIns="91440" rIns="91440" rtlCol="0" tIns="45720" vert="horz">
            <a:normAutofit/>
          </a:bodyPr>
          <a:lstStyle>
            <a:lvl1pPr>
              <a:buNone/>
              <a:defRPr dirty="0" sz="2000" lang="en-US"/>
            </a:lvl1pPr>
          </a:lstStyle>
          <a:p>
            <a:pPr indent="0" lvl="0" marL="0">
              <a:buNone/>
            </a:pPr>
            <a:r>
              <a:rPr altLang="en-US" lang="zh-CN"/>
              <a:t>单击图标添加图片</a:t>
            </a:r>
            <a:endParaRPr dirty="0" lang="en-US"/>
          </a:p>
        </p:txBody>
      </p:sp>
      <p:sp>
        <p:nvSpPr>
          <p:cNvPr id="1048848" name="Text Placeholder 3"/>
          <p:cNvSpPr>
            <a:spLocks noGrp="1"/>
          </p:cNvSpPr>
          <p:nvPr>
            <p:ph type="body" sz="half" idx="20" hasCustomPrompt="1"/>
          </p:nvPr>
        </p:nvSpPr>
        <p:spPr>
          <a:xfrm>
            <a:off x="7852442" y="4980854"/>
            <a:ext cx="3194968" cy="810345"/>
          </a:xfrm>
        </p:spPr>
        <p:txBody>
          <a:bodyPr anchor="t">
            <a:normAutofit/>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altLang="en-US" lang="zh-CN"/>
              <a:t>编辑母版文本样式</a:t>
            </a:r>
            <a:endParaRPr altLang="en-US" lang="zh-CN"/>
          </a:p>
        </p:txBody>
      </p:sp>
      <p:sp>
        <p:nvSpPr>
          <p:cNvPr id="1048849" name="Date Placeholder 2"/>
          <p:cNvSpPr>
            <a:spLocks noGrp="1"/>
          </p:cNvSpPr>
          <p:nvPr>
            <p:ph type="dt" sz="half" idx="10"/>
          </p:nvPr>
        </p:nvSpPr>
        <p:spPr/>
        <p:txBody>
          <a:bodyPr/>
          <a:p>
            <a:fld id="{48A87A34-81AB-432B-8DAE-1953F412C126}" type="datetimeFigureOut">
              <a:rPr dirty="0" lang="en-US"/>
            </a:fld>
            <a:endParaRPr dirty="0" lang="en-US"/>
          </a:p>
        </p:txBody>
      </p:sp>
      <p:sp>
        <p:nvSpPr>
          <p:cNvPr id="1048850" name="Footer Placeholder 3"/>
          <p:cNvSpPr>
            <a:spLocks noGrp="1"/>
          </p:cNvSpPr>
          <p:nvPr>
            <p:ph type="ftr" sz="quarter" idx="11"/>
          </p:nvPr>
        </p:nvSpPr>
        <p:spPr/>
        <p:txBody>
          <a:bodyPr/>
          <a:p>
            <a:endParaRPr dirty="0" lang="en-US"/>
          </a:p>
        </p:txBody>
      </p:sp>
      <p:sp>
        <p:nvSpPr>
          <p:cNvPr id="1048851" name="Slide Number Placeholder 4"/>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vertTx">
  <p:cSld name="标题和竖排文字">
    <p:spTree>
      <p:nvGrpSpPr>
        <p:cNvPr id="131" name=""/>
        <p:cNvGrpSpPr/>
        <p:nvPr/>
      </p:nvGrpSpPr>
      <p:grpSpPr>
        <a:xfrm>
          <a:off x="0" y="0"/>
          <a:ext cx="0" cy="0"/>
          <a:chOff x="0" y="0"/>
          <a:chExt cx="0" cy="0"/>
        </a:xfrm>
      </p:grpSpPr>
      <p:sp>
        <p:nvSpPr>
          <p:cNvPr id="1048901" name="Title 1"/>
          <p:cNvSpPr>
            <a:spLocks noGrp="1"/>
          </p:cNvSpPr>
          <p:nvPr>
            <p:ph type="title"/>
          </p:nvPr>
        </p:nvSpPr>
        <p:spPr/>
        <p:txBody>
          <a:bodyPr/>
          <a:p>
            <a:r>
              <a:rPr altLang="en-US" lang="zh-CN"/>
              <a:t>单击此处编辑母版标题样式</a:t>
            </a:r>
            <a:endParaRPr dirty="0" lang="en-US"/>
          </a:p>
        </p:txBody>
      </p:sp>
      <p:sp>
        <p:nvSpPr>
          <p:cNvPr id="1048902" name="Vertical Text Placeholder 2"/>
          <p:cNvSpPr>
            <a:spLocks noGrp="1"/>
          </p:cNvSpPr>
          <p:nvPr>
            <p:ph type="body" orient="vert" idx="1" hasCustomPrompt="1"/>
          </p:nvPr>
        </p:nvSpPr>
        <p:spPr/>
        <p:txBody>
          <a:bodyPr anchor="t" vert="eaVert"/>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903" name="Date Placeholder 3"/>
          <p:cNvSpPr>
            <a:spLocks noGrp="1"/>
          </p:cNvSpPr>
          <p:nvPr>
            <p:ph type="dt" sz="half" idx="10"/>
          </p:nvPr>
        </p:nvSpPr>
        <p:spPr/>
        <p:txBody>
          <a:bodyPr/>
          <a:p>
            <a:fld id="{48A87A34-81AB-432B-8DAE-1953F412C126}" type="datetimeFigureOut">
              <a:rPr dirty="0" lang="en-US"/>
            </a:fld>
            <a:endParaRPr dirty="0" lang="en-US"/>
          </a:p>
        </p:txBody>
      </p:sp>
      <p:sp>
        <p:nvSpPr>
          <p:cNvPr id="1048904" name="Footer Placeholder 4"/>
          <p:cNvSpPr>
            <a:spLocks noGrp="1"/>
          </p:cNvSpPr>
          <p:nvPr>
            <p:ph type="ftr" sz="quarter" idx="11"/>
          </p:nvPr>
        </p:nvSpPr>
        <p:spPr/>
        <p:txBody>
          <a:bodyPr/>
          <a:p>
            <a:endParaRPr dirty="0" lang="en-US"/>
          </a:p>
        </p:txBody>
      </p:sp>
      <p:sp>
        <p:nvSpPr>
          <p:cNvPr id="1048905" name="Slide Number Placeholder 5"/>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type="vertTitleAndTx">
  <p:cSld name="竖排标题与文本">
    <p:spTree>
      <p:nvGrpSpPr>
        <p:cNvPr id="125" name=""/>
        <p:cNvGrpSpPr/>
        <p:nvPr/>
      </p:nvGrpSpPr>
      <p:grpSpPr>
        <a:xfrm>
          <a:off x="0" y="0"/>
          <a:ext cx="0" cy="0"/>
          <a:chOff x="0" y="0"/>
          <a:chExt cx="0" cy="0"/>
        </a:xfrm>
      </p:grpSpPr>
      <p:sp>
        <p:nvSpPr>
          <p:cNvPr id="1048860" name="Vertical Title 1"/>
          <p:cNvSpPr>
            <a:spLocks noGrp="1"/>
          </p:cNvSpPr>
          <p:nvPr>
            <p:ph type="title" orient="vert"/>
          </p:nvPr>
        </p:nvSpPr>
        <p:spPr>
          <a:xfrm>
            <a:off x="9042400" y="609599"/>
            <a:ext cx="2005011" cy="5181601"/>
          </a:xfrm>
        </p:spPr>
        <p:txBody>
          <a:bodyPr vert="eaVert"/>
          <a:p>
            <a:r>
              <a:rPr altLang="en-US" lang="zh-CN"/>
              <a:t>单击此处编辑母版标题样式</a:t>
            </a:r>
            <a:endParaRPr dirty="0" lang="en-US"/>
          </a:p>
        </p:txBody>
      </p:sp>
      <p:sp>
        <p:nvSpPr>
          <p:cNvPr id="1048861" name="Vertical Text Placeholder 2"/>
          <p:cNvSpPr>
            <a:spLocks noGrp="1"/>
          </p:cNvSpPr>
          <p:nvPr>
            <p:ph type="body" orient="vert" idx="1" hasCustomPrompt="1"/>
          </p:nvPr>
        </p:nvSpPr>
        <p:spPr>
          <a:xfrm>
            <a:off x="1141410" y="609599"/>
            <a:ext cx="7748590" cy="5181601"/>
          </a:xfrm>
        </p:spPr>
        <p:txBody>
          <a:bodyPr vert="eaVert"/>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862" name="Date Placeholder 3"/>
          <p:cNvSpPr>
            <a:spLocks noGrp="1"/>
          </p:cNvSpPr>
          <p:nvPr>
            <p:ph type="dt" sz="half" idx="10"/>
          </p:nvPr>
        </p:nvSpPr>
        <p:spPr/>
        <p:txBody>
          <a:bodyPr/>
          <a:p>
            <a:fld id="{48A87A34-81AB-432B-8DAE-1953F412C126}" type="datetimeFigureOut">
              <a:rPr dirty="0" lang="en-US"/>
            </a:fld>
            <a:endParaRPr dirty="0" lang="en-US"/>
          </a:p>
        </p:txBody>
      </p:sp>
      <p:sp>
        <p:nvSpPr>
          <p:cNvPr id="1048863" name="Footer Placeholder 4"/>
          <p:cNvSpPr>
            <a:spLocks noGrp="1"/>
          </p:cNvSpPr>
          <p:nvPr>
            <p:ph type="ftr" sz="quarter" idx="11"/>
          </p:nvPr>
        </p:nvSpPr>
        <p:spPr/>
        <p:txBody>
          <a:bodyPr/>
          <a:p>
            <a:endParaRPr dirty="0" lang="en-US"/>
          </a:p>
        </p:txBody>
      </p:sp>
      <p:sp>
        <p:nvSpPr>
          <p:cNvPr id="1048864" name="Slide Number Placeholder 5"/>
          <p:cNvSpPr>
            <a:spLocks noGrp="1"/>
          </p:cNvSpPr>
          <p:nvPr>
            <p:ph type="sldNum" sz="quarter" idx="12"/>
          </p:nvPr>
        </p:nvSpPr>
        <p:spPr/>
        <p:txBody>
          <a:bodyPr/>
          <a:p>
            <a:fld id="{6D22F896-40B5-4ADD-8801-0D06FADFA095}" type="slidenum">
              <a:rPr dirty="0" lang="en-US"/>
            </a:fld>
            <a:endParaRPr dirty="0"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1_标题幻灯片">
    <p:spTree>
      <p:nvGrpSpPr>
        <p:cNvPr id="95" name=""/>
        <p:cNvGrpSpPr/>
        <p:nvPr/>
      </p:nvGrpSpPr>
      <p:grpSpPr>
        <a:xfrm>
          <a:off x="0" y="0"/>
          <a:ext cx="0" cy="0"/>
          <a:chOff x="0" y="0"/>
          <a:chExt cx="0" cy="0"/>
        </a:xfrm>
      </p:grpSpPr>
      <p:pic>
        <p:nvPicPr>
          <p:cNvPr id="2097173" name="Picture 2" descr="\\DROBO-FS\QuickDrops\JB\PPTX NG\Droplets\LightingOverlay.png"/>
          <p:cNvPicPr>
            <a:picLocks noChangeAspect="1" noChangeArrowheads="1"/>
          </p:cNvPicPr>
          <p:nvPr userDrawn="1"/>
        </p:nvPicPr>
        <p:blipFill>
          <a:blip xmlns:r="http://schemas.openxmlformats.org/officeDocument/2006/relationships" r:embed="rId1">
            <a:alphaModFix amt="30000"/>
          </a:blip>
          <a:srcRect/>
          <a:stretch>
            <a:fillRect/>
          </a:stretch>
        </p:blipFill>
        <p:spPr bwMode="auto">
          <a:xfrm>
            <a:off x="0" y="-1"/>
            <a:ext cx="12192003" cy="6858001"/>
          </a:xfrm>
          <a:prstGeom prst="rect"/>
          <a:noFill/>
        </p:spPr>
      </p:pic>
      <p:grpSp>
        <p:nvGrpSpPr>
          <p:cNvPr id="96"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gradFill>
        </p:grpSpPr>
        <p:sp>
          <p:nvSpPr>
            <p:cNvPr id="1048736" name="Rectangle 5"/>
            <p:cNvSpPr>
              <a:spLocks noChangeArrowheads="1"/>
            </p:cNvSpPr>
            <p:nvPr/>
          </p:nvSpPr>
          <p:spPr bwMode="auto">
            <a:xfrm>
              <a:off x="1209675" y="4763"/>
              <a:ext cx="23813" cy="2181225"/>
            </a:xfrm>
            <a:prstGeom prst="rect"/>
            <a:grpFill/>
            <a:ln>
              <a:noFill/>
            </a:ln>
          </p:spPr>
        </p:sp>
        <p:sp>
          <p:nvSpPr>
            <p:cNvPr id="1048737" name="Freeform 6"/>
            <p:cNvSpPr>
              <a:spLocks noEditPoints="1"/>
            </p:cNvSpPr>
            <p:nvPr/>
          </p:nvSpPr>
          <p:spPr bwMode="auto">
            <a:xfrm>
              <a:off x="1128713" y="217646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738" name="Freeform 7"/>
            <p:cNvSpPr>
              <a:spLocks noEditPoints="1"/>
            </p:cNvSpPr>
            <p:nvPr/>
          </p:nvSpPr>
          <p:spPr bwMode="auto">
            <a:xfrm>
              <a:off x="1123950" y="4021138"/>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739" name="Rectangle 8"/>
            <p:cNvSpPr>
              <a:spLocks noChangeArrowheads="1"/>
            </p:cNvSpPr>
            <p:nvPr/>
          </p:nvSpPr>
          <p:spPr bwMode="auto">
            <a:xfrm>
              <a:off x="414338" y="9525"/>
              <a:ext cx="28575" cy="4481513"/>
            </a:xfrm>
            <a:prstGeom prst="rect"/>
            <a:grpFill/>
            <a:ln>
              <a:noFill/>
            </a:ln>
          </p:spPr>
        </p:sp>
        <p:sp>
          <p:nvSpPr>
            <p:cNvPr id="1048740" name="Freeform 9"/>
            <p:cNvSpPr>
              <a:spLocks noEditPoints="1"/>
            </p:cNvSpPr>
            <p:nvPr/>
          </p:nvSpPr>
          <p:spPr bwMode="auto">
            <a:xfrm>
              <a:off x="333375" y="44815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741" name="Freeform 10"/>
            <p:cNvSpPr/>
            <p:nvPr/>
          </p:nvSpPr>
          <p:spPr bwMode="auto">
            <a:xfrm>
              <a:off x="190500" y="9525"/>
              <a:ext cx="152400" cy="908050"/>
            </a:xfrm>
            <a:custGeom>
              <a:avLst/>
              <a:ah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1048742" name="Freeform 11"/>
            <p:cNvSpPr/>
            <p:nvPr/>
          </p:nvSpPr>
          <p:spPr bwMode="auto">
            <a:xfrm>
              <a:off x="1290638" y="14288"/>
              <a:ext cx="376238" cy="1801813"/>
            </a:xfrm>
            <a:custGeom>
              <a:avLst/>
              <a:ah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1048743" name="Freeform 12"/>
            <p:cNvSpPr>
              <a:spLocks noEditPoints="1"/>
            </p:cNvSpPr>
            <p:nvPr/>
          </p:nvSpPr>
          <p:spPr bwMode="auto">
            <a:xfrm>
              <a:off x="1600200" y="180181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744" name="Freeform 13"/>
            <p:cNvSpPr/>
            <p:nvPr/>
          </p:nvSpPr>
          <p:spPr bwMode="auto">
            <a:xfrm>
              <a:off x="1381125" y="9525"/>
              <a:ext cx="371475" cy="1425575"/>
            </a:xfrm>
            <a:custGeom>
              <a:avLst/>
              <a:ah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1048745" name="Freeform 14"/>
            <p:cNvSpPr/>
            <p:nvPr/>
          </p:nvSpPr>
          <p:spPr bwMode="auto">
            <a:xfrm>
              <a:off x="1643063" y="0"/>
              <a:ext cx="152400" cy="912813"/>
            </a:xfrm>
            <a:custGeom>
              <a:avLst/>
              <a:ah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1048746" name="Freeform 15"/>
            <p:cNvSpPr>
              <a:spLocks noEditPoints="1"/>
            </p:cNvSpPr>
            <p:nvPr/>
          </p:nvSpPr>
          <p:spPr bwMode="auto">
            <a:xfrm>
              <a:off x="1685925" y="14208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747" name="Freeform 16"/>
            <p:cNvSpPr>
              <a:spLocks noEditPoints="1"/>
            </p:cNvSpPr>
            <p:nvPr/>
          </p:nvSpPr>
          <p:spPr bwMode="auto">
            <a:xfrm>
              <a:off x="1685925" y="9032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748" name="Freeform 17"/>
            <p:cNvSpPr/>
            <p:nvPr/>
          </p:nvSpPr>
          <p:spPr bwMode="auto">
            <a:xfrm>
              <a:off x="1743075" y="4763"/>
              <a:ext cx="419100" cy="522288"/>
            </a:xfrm>
            <a:custGeom>
              <a:avLst/>
              <a:ah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1048749" name="Freeform 18"/>
            <p:cNvSpPr>
              <a:spLocks noEditPoints="1"/>
            </p:cNvSpPr>
            <p:nvPr/>
          </p:nvSpPr>
          <p:spPr bwMode="auto">
            <a:xfrm>
              <a:off x="2119313" y="488950"/>
              <a:ext cx="161925" cy="147638"/>
            </a:xfrm>
            <a:custGeom>
              <a:avLst/>
              <a:ah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1048750" name="Freeform 19"/>
            <p:cNvSpPr/>
            <p:nvPr/>
          </p:nvSpPr>
          <p:spPr bwMode="auto">
            <a:xfrm>
              <a:off x="952500" y="4763"/>
              <a:ext cx="152400" cy="908050"/>
            </a:xfrm>
            <a:custGeom>
              <a:avLst/>
              <a:ah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1048751" name="Freeform 20"/>
            <p:cNvSpPr>
              <a:spLocks noEditPoints="1"/>
            </p:cNvSpPr>
            <p:nvPr/>
          </p:nvSpPr>
          <p:spPr bwMode="auto">
            <a:xfrm>
              <a:off x="866775" y="9032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1048752" name="Freeform 21"/>
            <p:cNvSpPr>
              <a:spLocks noEditPoints="1"/>
            </p:cNvSpPr>
            <p:nvPr/>
          </p:nvSpPr>
          <p:spPr bwMode="auto">
            <a:xfrm>
              <a:off x="890588" y="155416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753" name="Freeform 22"/>
            <p:cNvSpPr/>
            <p:nvPr/>
          </p:nvSpPr>
          <p:spPr bwMode="auto">
            <a:xfrm>
              <a:off x="738188" y="5622925"/>
              <a:ext cx="338138" cy="1216025"/>
            </a:xfrm>
            <a:custGeom>
              <a:avLst/>
              <a:ah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1048754" name="Freeform 23"/>
            <p:cNvSpPr>
              <a:spLocks noEditPoints="1"/>
            </p:cNvSpPr>
            <p:nvPr/>
          </p:nvSpPr>
          <p:spPr bwMode="auto">
            <a:xfrm>
              <a:off x="647700" y="5480050"/>
              <a:ext cx="157163" cy="157163"/>
            </a:xfrm>
            <a:custGeom>
              <a:avLst/>
              <a:ah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1048755" name="Freeform 24"/>
            <p:cNvSpPr>
              <a:spLocks noEditPoints="1"/>
            </p:cNvSpPr>
            <p:nvPr/>
          </p:nvSpPr>
          <p:spPr bwMode="auto">
            <a:xfrm>
              <a:off x="66675" y="903288"/>
              <a:ext cx="190500" cy="190500"/>
            </a:xfrm>
            <a:custGeom>
              <a:avLst/>
              <a:ah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1048756" name="Freeform 25"/>
            <p:cNvSpPr/>
            <p:nvPr/>
          </p:nvSpPr>
          <p:spPr bwMode="auto">
            <a:xfrm>
              <a:off x="0" y="3897313"/>
              <a:ext cx="133350" cy="266700"/>
            </a:xfrm>
            <a:custGeom>
              <a:avLst/>
              <a:ahLst/>
              <a:rect l="0" t="0" r="r" b="b"/>
              <a:pathLst>
                <a:path w="84" h="168">
                  <a:moveTo>
                    <a:pt x="69" y="168"/>
                  </a:moveTo>
                  <a:lnTo>
                    <a:pt x="0" y="6"/>
                  </a:lnTo>
                  <a:lnTo>
                    <a:pt x="12" y="0"/>
                  </a:lnTo>
                  <a:lnTo>
                    <a:pt x="84" y="162"/>
                  </a:lnTo>
                  <a:lnTo>
                    <a:pt x="69" y="168"/>
                  </a:lnTo>
                  <a:close/>
                </a:path>
              </a:pathLst>
            </a:custGeom>
            <a:grpFill/>
            <a:ln>
              <a:noFill/>
            </a:ln>
          </p:spPr>
        </p:sp>
        <p:sp>
          <p:nvSpPr>
            <p:cNvPr id="1048757" name="Freeform 26"/>
            <p:cNvSpPr>
              <a:spLocks noEditPoints="1"/>
            </p:cNvSpPr>
            <p:nvPr/>
          </p:nvSpPr>
          <p:spPr bwMode="auto">
            <a:xfrm>
              <a:off x="66675" y="414972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758" name="Freeform 27"/>
            <p:cNvSpPr/>
            <p:nvPr/>
          </p:nvSpPr>
          <p:spPr bwMode="auto">
            <a:xfrm>
              <a:off x="0" y="1644650"/>
              <a:ext cx="133350" cy="269875"/>
            </a:xfrm>
            <a:custGeom>
              <a:avLst/>
              <a:ahLst/>
              <a:rect l="0" t="0" r="r" b="b"/>
              <a:pathLst>
                <a:path w="84" h="170">
                  <a:moveTo>
                    <a:pt x="12" y="170"/>
                  </a:moveTo>
                  <a:lnTo>
                    <a:pt x="0" y="164"/>
                  </a:lnTo>
                  <a:lnTo>
                    <a:pt x="69" y="0"/>
                  </a:lnTo>
                  <a:lnTo>
                    <a:pt x="84" y="6"/>
                  </a:lnTo>
                  <a:lnTo>
                    <a:pt x="12" y="170"/>
                  </a:lnTo>
                  <a:close/>
                </a:path>
              </a:pathLst>
            </a:custGeom>
            <a:grpFill/>
            <a:ln>
              <a:noFill/>
            </a:ln>
          </p:spPr>
        </p:sp>
        <p:sp>
          <p:nvSpPr>
            <p:cNvPr id="1048759" name="Freeform 28"/>
            <p:cNvSpPr>
              <a:spLocks noEditPoints="1"/>
            </p:cNvSpPr>
            <p:nvPr/>
          </p:nvSpPr>
          <p:spPr bwMode="auto">
            <a:xfrm>
              <a:off x="66675" y="146843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760" name="Freeform 29"/>
            <p:cNvSpPr/>
            <p:nvPr/>
          </p:nvSpPr>
          <p:spPr bwMode="auto">
            <a:xfrm>
              <a:off x="695325" y="4763"/>
              <a:ext cx="309563" cy="1558925"/>
            </a:xfrm>
            <a:custGeom>
              <a:avLst/>
              <a:ah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1048761" name="Freeform 30"/>
            <p:cNvSpPr>
              <a:spLocks noEditPoints="1"/>
            </p:cNvSpPr>
            <p:nvPr/>
          </p:nvSpPr>
          <p:spPr bwMode="auto">
            <a:xfrm>
              <a:off x="57150" y="488156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762" name="Freeform 31"/>
            <p:cNvSpPr/>
            <p:nvPr/>
          </p:nvSpPr>
          <p:spPr bwMode="auto">
            <a:xfrm>
              <a:off x="138113" y="5060950"/>
              <a:ext cx="304800" cy="1778000"/>
            </a:xfrm>
            <a:custGeom>
              <a:avLst/>
              <a:ah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1048763" name="Freeform 32"/>
            <p:cNvSpPr>
              <a:spLocks noEditPoints="1"/>
            </p:cNvSpPr>
            <p:nvPr/>
          </p:nvSpPr>
          <p:spPr bwMode="auto">
            <a:xfrm>
              <a:off x="561975" y="6430963"/>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764" name="Rectangle 33"/>
            <p:cNvSpPr>
              <a:spLocks noChangeArrowheads="1"/>
            </p:cNvSpPr>
            <p:nvPr/>
          </p:nvSpPr>
          <p:spPr bwMode="auto">
            <a:xfrm>
              <a:off x="642938" y="6610350"/>
              <a:ext cx="23813" cy="242888"/>
            </a:xfrm>
            <a:prstGeom prst="rect"/>
            <a:grpFill/>
            <a:ln>
              <a:noFill/>
            </a:ln>
          </p:spPr>
        </p:sp>
        <p:sp>
          <p:nvSpPr>
            <p:cNvPr id="1048765" name="Freeform 34"/>
            <p:cNvSpPr>
              <a:spLocks noEditPoints="1"/>
            </p:cNvSpPr>
            <p:nvPr/>
          </p:nvSpPr>
          <p:spPr bwMode="auto">
            <a:xfrm>
              <a:off x="76200" y="6430963"/>
              <a:ext cx="190500" cy="188913"/>
            </a:xfrm>
            <a:custGeom>
              <a:avLst/>
              <a:ah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766" name="Freeform 35"/>
            <p:cNvSpPr/>
            <p:nvPr/>
          </p:nvSpPr>
          <p:spPr bwMode="auto">
            <a:xfrm>
              <a:off x="0" y="5978525"/>
              <a:ext cx="190500" cy="461963"/>
            </a:xfrm>
            <a:custGeom>
              <a:avLst/>
              <a:ah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1048767" name="Freeform 36"/>
            <p:cNvSpPr/>
            <p:nvPr/>
          </p:nvSpPr>
          <p:spPr bwMode="auto">
            <a:xfrm>
              <a:off x="1014413" y="1801813"/>
              <a:ext cx="214313" cy="755650"/>
            </a:xfrm>
            <a:custGeom>
              <a:avLst/>
              <a:ah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1048768" name="Freeform 37"/>
            <p:cNvSpPr>
              <a:spLocks noEditPoints="1"/>
            </p:cNvSpPr>
            <p:nvPr/>
          </p:nvSpPr>
          <p:spPr bwMode="auto">
            <a:xfrm>
              <a:off x="938213" y="2547938"/>
              <a:ext cx="166688" cy="160338"/>
            </a:xfrm>
            <a:custGeom>
              <a:avLst/>
              <a:ah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1048769" name="Freeform 38"/>
            <p:cNvSpPr/>
            <p:nvPr/>
          </p:nvSpPr>
          <p:spPr bwMode="auto">
            <a:xfrm>
              <a:off x="595313" y="4763"/>
              <a:ext cx="638175" cy="4025900"/>
            </a:xfrm>
            <a:custGeom>
              <a:avLst/>
              <a:ah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1048770" name="Freeform 39"/>
            <p:cNvSpPr/>
            <p:nvPr/>
          </p:nvSpPr>
          <p:spPr bwMode="auto">
            <a:xfrm>
              <a:off x="1223963" y="1382713"/>
              <a:ext cx="142875" cy="476250"/>
            </a:xfrm>
            <a:custGeom>
              <a:avLst/>
              <a:ah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8771" name="Freeform 40"/>
            <p:cNvSpPr>
              <a:spLocks noEditPoints="1"/>
            </p:cNvSpPr>
            <p:nvPr/>
          </p:nvSpPr>
          <p:spPr bwMode="auto">
            <a:xfrm>
              <a:off x="1300163" y="1849438"/>
              <a:ext cx="109538" cy="107950"/>
            </a:xfrm>
            <a:custGeom>
              <a:avLst/>
              <a:ah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8772" name="Freeform 41"/>
            <p:cNvSpPr/>
            <p:nvPr/>
          </p:nvSpPr>
          <p:spPr bwMode="auto">
            <a:xfrm>
              <a:off x="280988" y="3417888"/>
              <a:ext cx="142875" cy="474663"/>
            </a:xfrm>
            <a:custGeom>
              <a:avLst/>
              <a:ah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1048773" name="Freeform 42"/>
            <p:cNvSpPr>
              <a:spLocks noEditPoints="1"/>
            </p:cNvSpPr>
            <p:nvPr/>
          </p:nvSpPr>
          <p:spPr bwMode="auto">
            <a:xfrm>
              <a:off x="238125" y="3883025"/>
              <a:ext cx="109538" cy="109538"/>
            </a:xfrm>
            <a:custGeom>
              <a:avLst/>
              <a:ah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1048774" name="Freeform 43"/>
            <p:cNvSpPr/>
            <p:nvPr/>
          </p:nvSpPr>
          <p:spPr bwMode="auto">
            <a:xfrm>
              <a:off x="4763" y="2166938"/>
              <a:ext cx="114300" cy="452438"/>
            </a:xfrm>
            <a:custGeom>
              <a:avLst/>
              <a:ah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1048775" name="Freeform 44"/>
            <p:cNvSpPr>
              <a:spLocks noEditPoints="1"/>
            </p:cNvSpPr>
            <p:nvPr/>
          </p:nvSpPr>
          <p:spPr bwMode="auto">
            <a:xfrm>
              <a:off x="52388" y="2066925"/>
              <a:ext cx="109538" cy="109538"/>
            </a:xfrm>
            <a:custGeom>
              <a:avLst/>
              <a:ah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1048776" name="Rectangle 45"/>
            <p:cNvSpPr>
              <a:spLocks noChangeArrowheads="1"/>
            </p:cNvSpPr>
            <p:nvPr/>
          </p:nvSpPr>
          <p:spPr bwMode="auto">
            <a:xfrm>
              <a:off x="1228725" y="4662488"/>
              <a:ext cx="23813" cy="2181225"/>
            </a:xfrm>
            <a:prstGeom prst="rect"/>
            <a:grpFill/>
            <a:ln>
              <a:noFill/>
            </a:ln>
          </p:spPr>
        </p:sp>
        <p:sp>
          <p:nvSpPr>
            <p:cNvPr id="1048777" name="Freeform 46"/>
            <p:cNvSpPr/>
            <p:nvPr/>
          </p:nvSpPr>
          <p:spPr bwMode="auto">
            <a:xfrm>
              <a:off x="1319213" y="5041900"/>
              <a:ext cx="371475" cy="1801813"/>
            </a:xfrm>
            <a:custGeom>
              <a:avLst/>
              <a:ah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1048778" name="Freeform 47"/>
            <p:cNvSpPr>
              <a:spLocks noEditPoints="1"/>
            </p:cNvSpPr>
            <p:nvPr/>
          </p:nvSpPr>
          <p:spPr bwMode="auto">
            <a:xfrm>
              <a:off x="1147763" y="44815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779" name="Freeform 48"/>
            <p:cNvSpPr/>
            <p:nvPr/>
          </p:nvSpPr>
          <p:spPr bwMode="auto">
            <a:xfrm>
              <a:off x="819150" y="3983038"/>
              <a:ext cx="347663" cy="2860675"/>
            </a:xfrm>
            <a:custGeom>
              <a:avLst/>
              <a:ah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1048780" name="Freeform 49"/>
            <p:cNvSpPr>
              <a:spLocks noEditPoints="1"/>
            </p:cNvSpPr>
            <p:nvPr/>
          </p:nvSpPr>
          <p:spPr bwMode="auto">
            <a:xfrm>
              <a:off x="728663" y="3806825"/>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1048781" name="Freeform 50"/>
            <p:cNvSpPr>
              <a:spLocks noEditPoints="1"/>
            </p:cNvSpPr>
            <p:nvPr/>
          </p:nvSpPr>
          <p:spPr bwMode="auto">
            <a:xfrm>
              <a:off x="1624013" y="486727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782" name="Freeform 51"/>
            <p:cNvSpPr/>
            <p:nvPr/>
          </p:nvSpPr>
          <p:spPr bwMode="auto">
            <a:xfrm>
              <a:off x="1404938" y="5422900"/>
              <a:ext cx="371475" cy="1425575"/>
            </a:xfrm>
            <a:custGeom>
              <a:avLst/>
              <a:ah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1048783" name="Freeform 52"/>
            <p:cNvSpPr/>
            <p:nvPr/>
          </p:nvSpPr>
          <p:spPr bwMode="auto">
            <a:xfrm>
              <a:off x="1666875" y="5945188"/>
              <a:ext cx="152400" cy="912813"/>
            </a:xfrm>
            <a:custGeom>
              <a:avLst/>
              <a:ah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48784" name="Freeform 53"/>
            <p:cNvSpPr>
              <a:spLocks noEditPoints="1"/>
            </p:cNvSpPr>
            <p:nvPr/>
          </p:nvSpPr>
          <p:spPr bwMode="auto">
            <a:xfrm>
              <a:off x="1709738" y="52466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785" name="Freeform 54"/>
            <p:cNvSpPr>
              <a:spLocks noEditPoints="1"/>
            </p:cNvSpPr>
            <p:nvPr/>
          </p:nvSpPr>
          <p:spPr bwMode="auto">
            <a:xfrm>
              <a:off x="1709738" y="57642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786" name="Freeform 55"/>
            <p:cNvSpPr/>
            <p:nvPr/>
          </p:nvSpPr>
          <p:spPr bwMode="auto">
            <a:xfrm>
              <a:off x="1766888" y="6330950"/>
              <a:ext cx="419100" cy="527050"/>
            </a:xfrm>
            <a:custGeom>
              <a:avLst/>
              <a:ah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1048787" name="Freeform 56"/>
            <p:cNvSpPr>
              <a:spLocks noEditPoints="1"/>
            </p:cNvSpPr>
            <p:nvPr/>
          </p:nvSpPr>
          <p:spPr bwMode="auto">
            <a:xfrm>
              <a:off x="2147888" y="6221413"/>
              <a:ext cx="157163" cy="147638"/>
            </a:xfrm>
            <a:custGeom>
              <a:avLst/>
              <a:ah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1048788" name="Freeform 57"/>
            <p:cNvSpPr/>
            <p:nvPr/>
          </p:nvSpPr>
          <p:spPr bwMode="auto">
            <a:xfrm>
              <a:off x="504825" y="9525"/>
              <a:ext cx="233363" cy="5103813"/>
            </a:xfrm>
            <a:custGeom>
              <a:avLst/>
              <a:ah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1048789" name="Freeform 58"/>
            <p:cNvSpPr>
              <a:spLocks noEditPoints="1"/>
            </p:cNvSpPr>
            <p:nvPr/>
          </p:nvSpPr>
          <p:spPr bwMode="auto">
            <a:xfrm>
              <a:off x="633413" y="5103813"/>
              <a:ext cx="185738" cy="185738"/>
            </a:xfrm>
            <a:custGeom>
              <a:avLst/>
              <a:ah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pic>
        <p:nvPicPr>
          <p:cNvPr id="2097174" name="图片 9"/>
          <p:cNvPicPr>
            <a:picLocks noChangeAspect="1"/>
          </p:cNvPicPr>
          <p:nvPr userDrawn="1"/>
        </p:nvPicPr>
        <p:blipFill>
          <a:blip xmlns:r="http://schemas.openxmlformats.org/officeDocument/2006/relationships" r:embed="rId2"/>
          <a:stretch>
            <a:fillRect/>
          </a:stretch>
        </p:blipFill>
        <p:spPr>
          <a:xfrm>
            <a:off x="1849177" y="2078575"/>
            <a:ext cx="2586986" cy="2536996"/>
          </a:xfrm>
          <a:prstGeom prst="rect"/>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61" name=""/>
        <p:cNvGrpSpPr/>
        <p:nvPr/>
      </p:nvGrpSpPr>
      <p:grpSpPr>
        <a:xfrm>
          <a:off x="0" y="0"/>
          <a:ext cx="0" cy="0"/>
          <a:chOff x="0" y="0"/>
          <a:chExt cx="0" cy="0"/>
        </a:xfrm>
      </p:grpSpPr>
      <p:pic>
        <p:nvPicPr>
          <p:cNvPr id="2097154" name="图片 9"/>
          <p:cNvPicPr>
            <a:picLocks noChangeAspect="1"/>
          </p:cNvPicPr>
          <p:nvPr userDrawn="1"/>
        </p:nvPicPr>
        <p:blipFill>
          <a:blip xmlns:r="http://schemas.openxmlformats.org/officeDocument/2006/relationships" r:embed="rId1" cstate="print"/>
          <a:stretch>
            <a:fillRect/>
          </a:stretch>
        </p:blipFill>
        <p:spPr>
          <a:xfrm>
            <a:off x="0" y="0"/>
            <a:ext cx="1475652" cy="1447137"/>
          </a:xfrm>
          <a:prstGeom prst="rect"/>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image" Target="../media/image1.png"/><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2" name=""/>
        <p:cNvGrpSpPr/>
        <p:nvPr/>
      </p:nvGrpSpPr>
      <p:grpSpPr>
        <a:xfrm>
          <a:off x="0" y="0"/>
          <a:ext cx="0" cy="0"/>
          <a:chOff x="0" y="0"/>
          <a:chExt cx="0" cy="0"/>
        </a:xfrm>
      </p:grpSpPr>
      <p:pic>
        <p:nvPicPr>
          <p:cNvPr id="2097152" name="Picture 2" descr="\\DROBO-FS\QuickDrops\JB\PPTX NG\Droplets\LightingOverlay.png"/>
          <p:cNvPicPr>
            <a:picLocks noChangeAspect="1" noChangeArrowheads="1"/>
          </p:cNvPicPr>
          <p:nvPr/>
        </p:nvPicPr>
        <p:blipFill>
          <a:blip xmlns:r="http://schemas.openxmlformats.org/officeDocument/2006/relationships" r:embed="rId20">
            <a:alphaModFix amt="30000"/>
          </a:blip>
          <a:srcRect/>
          <a:stretch>
            <a:fillRect/>
          </a:stretch>
        </p:blipFill>
        <p:spPr bwMode="auto">
          <a:xfrm>
            <a:off x="0" y="-1"/>
            <a:ext cx="12192003" cy="6858001"/>
          </a:xfrm>
          <a:prstGeom prst="rect"/>
          <a:noFill/>
        </p:spPr>
      </p:pic>
      <p:grpSp>
        <p:nvGrpSpPr>
          <p:cNvPr id="13" name="Group 7"/>
          <p:cNvGrpSpPr/>
          <p:nvPr/>
        </p:nvGrpSpPr>
        <p:grpSpPr>
          <a:xfrm>
            <a:off x="-14288" y="0"/>
            <a:ext cx="12053888" cy="6858001"/>
            <a:chOff x="-14288" y="0"/>
            <a:chExt cx="12053888" cy="6858001"/>
          </a:xfrm>
        </p:grpSpPr>
        <p:grpSp>
          <p:nvGrpSpPr>
            <p:cNvPr id="14"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gradFill>
          </p:grpSpPr>
          <p:sp>
            <p:nvSpPr>
              <p:cNvPr id="1048576" name="Rectangle 5"/>
              <p:cNvSpPr>
                <a:spLocks noChangeArrowheads="1"/>
              </p:cNvSpPr>
              <p:nvPr/>
            </p:nvSpPr>
            <p:spPr bwMode="auto">
              <a:xfrm>
                <a:off x="114300" y="4763"/>
                <a:ext cx="23813" cy="2181225"/>
              </a:xfrm>
              <a:prstGeom prst="rect"/>
              <a:grpFill/>
              <a:ln>
                <a:noFill/>
              </a:ln>
            </p:spPr>
          </p:sp>
          <p:sp>
            <p:nvSpPr>
              <p:cNvPr id="1048577" name="Freeform 6"/>
              <p:cNvSpPr>
                <a:spLocks noEditPoints="1"/>
              </p:cNvSpPr>
              <p:nvPr/>
            </p:nvSpPr>
            <p:spPr bwMode="auto">
              <a:xfrm>
                <a:off x="33337" y="217646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578" name="Freeform 7"/>
              <p:cNvSpPr>
                <a:spLocks noEditPoints="1"/>
              </p:cNvSpPr>
              <p:nvPr/>
            </p:nvSpPr>
            <p:spPr bwMode="auto">
              <a:xfrm>
                <a:off x="28575" y="4021138"/>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579" name="Freeform 8"/>
              <p:cNvSpPr/>
              <p:nvPr/>
            </p:nvSpPr>
            <p:spPr bwMode="auto">
              <a:xfrm>
                <a:off x="200025" y="4763"/>
                <a:ext cx="369888" cy="1811338"/>
              </a:xfrm>
              <a:custGeom>
                <a:avLst/>
                <a:ah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sp>
          <p:sp>
            <p:nvSpPr>
              <p:cNvPr id="1048580" name="Freeform 9"/>
              <p:cNvSpPr>
                <a:spLocks noEditPoints="1"/>
              </p:cNvSpPr>
              <p:nvPr/>
            </p:nvSpPr>
            <p:spPr bwMode="auto">
              <a:xfrm>
                <a:off x="503237" y="1801813"/>
                <a:ext cx="190500" cy="188913"/>
              </a:xfrm>
              <a:custGeom>
                <a:avLst/>
                <a:ah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sp>
          <p:sp>
            <p:nvSpPr>
              <p:cNvPr id="1048581" name="Freeform 10"/>
              <p:cNvSpPr/>
              <p:nvPr/>
            </p:nvSpPr>
            <p:spPr bwMode="auto">
              <a:xfrm>
                <a:off x="285750" y="4763"/>
                <a:ext cx="369888" cy="1430338"/>
              </a:xfrm>
              <a:custGeom>
                <a:avLst/>
                <a:ah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sp>
          <p:sp>
            <p:nvSpPr>
              <p:cNvPr id="1048582" name="Freeform 11"/>
              <p:cNvSpPr/>
              <p:nvPr/>
            </p:nvSpPr>
            <p:spPr bwMode="auto">
              <a:xfrm>
                <a:off x="546100" y="0"/>
                <a:ext cx="152400" cy="912813"/>
              </a:xfrm>
              <a:custGeom>
                <a:avLst/>
                <a:ah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1048583" name="Freeform 12"/>
              <p:cNvSpPr>
                <a:spLocks noEditPoints="1"/>
              </p:cNvSpPr>
              <p:nvPr/>
            </p:nvSpPr>
            <p:spPr bwMode="auto">
              <a:xfrm>
                <a:off x="588962" y="1420813"/>
                <a:ext cx="190500" cy="190500"/>
              </a:xfrm>
              <a:custGeom>
                <a:avLst/>
                <a:ah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sp>
          <p:sp>
            <p:nvSpPr>
              <p:cNvPr id="1048584" name="Freeform 13"/>
              <p:cNvSpPr>
                <a:spLocks noEditPoints="1"/>
              </p:cNvSpPr>
              <p:nvPr/>
            </p:nvSpPr>
            <p:spPr bwMode="auto">
              <a:xfrm>
                <a:off x="588962" y="9032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585" name="Freeform 14"/>
              <p:cNvSpPr/>
              <p:nvPr/>
            </p:nvSpPr>
            <p:spPr bwMode="auto">
              <a:xfrm>
                <a:off x="641350" y="0"/>
                <a:ext cx="422275" cy="527050"/>
              </a:xfrm>
              <a:custGeom>
                <a:avLst/>
                <a:ah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sp>
          <p:sp>
            <p:nvSpPr>
              <p:cNvPr id="1048586" name="Freeform 15"/>
              <p:cNvSpPr>
                <a:spLocks noEditPoints="1"/>
              </p:cNvSpPr>
              <p:nvPr/>
            </p:nvSpPr>
            <p:spPr bwMode="auto">
              <a:xfrm>
                <a:off x="1020762" y="488950"/>
                <a:ext cx="161925" cy="147638"/>
              </a:xfrm>
              <a:custGeom>
                <a:avLst/>
                <a:ah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1048587" name="Line 16"/>
              <p:cNvSpPr>
                <a:spLocks noChangeShapeType="1"/>
              </p:cNvSpPr>
              <p:nvPr/>
            </p:nvSpPr>
            <p:spPr bwMode="auto">
              <a:xfrm>
                <a:off x="-4763" y="9525"/>
                <a:ext cx="0" cy="0"/>
              </a:xfrm>
              <a:prstGeom prst="line"/>
              <a:grpFill/>
              <a:ln w="15" cap="flat">
                <a:solidFill>
                  <a:srgbClr val="FFFFFF"/>
                </a:solidFill>
                <a:prstDash val="solid"/>
                <a:miter lim="800000"/>
              </a:ln>
            </p:spPr>
          </p:sp>
          <p:sp>
            <p:nvSpPr>
              <p:cNvPr id="1048588" name="Freeform 17"/>
              <p:cNvSpPr/>
              <p:nvPr/>
            </p:nvSpPr>
            <p:spPr bwMode="auto">
              <a:xfrm>
                <a:off x="9525" y="1801813"/>
                <a:ext cx="123825" cy="127000"/>
              </a:xfrm>
              <a:custGeom>
                <a:avLst/>
                <a:ahLst/>
                <a:rect l="0" t="0" r="r" b="b"/>
                <a:pathLst>
                  <a:path w="78" h="80">
                    <a:moveTo>
                      <a:pt x="6" y="80"/>
                    </a:moveTo>
                    <a:lnTo>
                      <a:pt x="0" y="71"/>
                    </a:lnTo>
                    <a:lnTo>
                      <a:pt x="69" y="0"/>
                    </a:lnTo>
                    <a:lnTo>
                      <a:pt x="78" y="9"/>
                    </a:lnTo>
                    <a:lnTo>
                      <a:pt x="6" y="80"/>
                    </a:lnTo>
                    <a:close/>
                  </a:path>
                </a:pathLst>
              </a:custGeom>
              <a:grpFill/>
              <a:ln>
                <a:noFill/>
              </a:ln>
            </p:spPr>
          </p:sp>
          <p:sp>
            <p:nvSpPr>
              <p:cNvPr id="1048589" name="Freeform 18"/>
              <p:cNvSpPr/>
              <p:nvPr/>
            </p:nvSpPr>
            <p:spPr bwMode="auto">
              <a:xfrm>
                <a:off x="-9525" y="3549650"/>
                <a:ext cx="147638" cy="481013"/>
              </a:xfrm>
              <a:custGeom>
                <a:avLst/>
                <a:ah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sp>
          <p:sp>
            <p:nvSpPr>
              <p:cNvPr id="1048590" name="Freeform 19"/>
              <p:cNvSpPr/>
              <p:nvPr/>
            </p:nvSpPr>
            <p:spPr bwMode="auto">
              <a:xfrm>
                <a:off x="128587" y="1382713"/>
                <a:ext cx="142875" cy="476250"/>
              </a:xfrm>
              <a:custGeom>
                <a:avLst/>
                <a:ah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1048591" name="Freeform 20"/>
              <p:cNvSpPr>
                <a:spLocks noEditPoints="1"/>
              </p:cNvSpPr>
              <p:nvPr/>
            </p:nvSpPr>
            <p:spPr bwMode="auto">
              <a:xfrm>
                <a:off x="204787" y="1849438"/>
                <a:ext cx="114300" cy="107950"/>
              </a:xfrm>
              <a:custGeom>
                <a:avLst/>
                <a:ah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sp>
          <p:sp>
            <p:nvSpPr>
              <p:cNvPr id="1048592" name="Rectangle 21"/>
              <p:cNvSpPr>
                <a:spLocks noChangeArrowheads="1"/>
              </p:cNvSpPr>
              <p:nvPr/>
            </p:nvSpPr>
            <p:spPr bwMode="auto">
              <a:xfrm>
                <a:off x="133350" y="4662488"/>
                <a:ext cx="23813" cy="2181225"/>
              </a:xfrm>
              <a:prstGeom prst="rect"/>
              <a:grpFill/>
              <a:ln>
                <a:noFill/>
              </a:ln>
            </p:spPr>
          </p:sp>
          <p:sp>
            <p:nvSpPr>
              <p:cNvPr id="1048593" name="Freeform 22"/>
              <p:cNvSpPr/>
              <p:nvPr/>
            </p:nvSpPr>
            <p:spPr bwMode="auto">
              <a:xfrm>
                <a:off x="223837" y="5041900"/>
                <a:ext cx="369888" cy="1801813"/>
              </a:xfrm>
              <a:custGeom>
                <a:avLst/>
                <a:ah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sp>
          <p:sp>
            <p:nvSpPr>
              <p:cNvPr id="1048594" name="Freeform 23"/>
              <p:cNvSpPr>
                <a:spLocks noEditPoints="1"/>
              </p:cNvSpPr>
              <p:nvPr/>
            </p:nvSpPr>
            <p:spPr bwMode="auto">
              <a:xfrm>
                <a:off x="52387" y="44815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048595" name="Freeform 24"/>
              <p:cNvSpPr/>
              <p:nvPr/>
            </p:nvSpPr>
            <p:spPr bwMode="auto">
              <a:xfrm>
                <a:off x="-14288" y="5627688"/>
                <a:ext cx="85725" cy="1216025"/>
              </a:xfrm>
              <a:custGeom>
                <a:avLst/>
                <a:ah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sp>
          <p:sp>
            <p:nvSpPr>
              <p:cNvPr id="1048596" name="Freeform 25"/>
              <p:cNvSpPr>
                <a:spLocks noEditPoints="1"/>
              </p:cNvSpPr>
              <p:nvPr/>
            </p:nvSpPr>
            <p:spPr bwMode="auto">
              <a:xfrm>
                <a:off x="527050" y="486727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597" name="Freeform 26"/>
              <p:cNvSpPr/>
              <p:nvPr/>
            </p:nvSpPr>
            <p:spPr bwMode="auto">
              <a:xfrm>
                <a:off x="309562" y="5422900"/>
                <a:ext cx="374650" cy="1425575"/>
              </a:xfrm>
              <a:custGeom>
                <a:avLst/>
                <a:ah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sp>
          <p:sp>
            <p:nvSpPr>
              <p:cNvPr id="1048598" name="Freeform 27"/>
              <p:cNvSpPr/>
              <p:nvPr/>
            </p:nvSpPr>
            <p:spPr bwMode="auto">
              <a:xfrm>
                <a:off x="569912" y="5945188"/>
                <a:ext cx="152400" cy="912813"/>
              </a:xfrm>
              <a:custGeom>
                <a:avLst/>
                <a:ah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1048599" name="Freeform 28"/>
              <p:cNvSpPr>
                <a:spLocks noEditPoints="1"/>
              </p:cNvSpPr>
              <p:nvPr/>
            </p:nvSpPr>
            <p:spPr bwMode="auto">
              <a:xfrm>
                <a:off x="612775" y="5246688"/>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00" name="Freeform 29"/>
              <p:cNvSpPr>
                <a:spLocks noEditPoints="1"/>
              </p:cNvSpPr>
              <p:nvPr/>
            </p:nvSpPr>
            <p:spPr bwMode="auto">
              <a:xfrm>
                <a:off x="612775" y="5764213"/>
                <a:ext cx="190500"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01" name="Freeform 30"/>
              <p:cNvSpPr/>
              <p:nvPr/>
            </p:nvSpPr>
            <p:spPr bwMode="auto">
              <a:xfrm>
                <a:off x="669925" y="6330950"/>
                <a:ext cx="417513" cy="517525"/>
              </a:xfrm>
              <a:custGeom>
                <a:avLst/>
                <a:ah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sp>
          <p:sp>
            <p:nvSpPr>
              <p:cNvPr id="1048602" name="Freeform 31"/>
              <p:cNvSpPr>
                <a:spLocks noEditPoints="1"/>
              </p:cNvSpPr>
              <p:nvPr/>
            </p:nvSpPr>
            <p:spPr bwMode="auto">
              <a:xfrm>
                <a:off x="1049337" y="6221413"/>
                <a:ext cx="157163" cy="147638"/>
              </a:xfrm>
              <a:custGeom>
                <a:avLst/>
                <a:ah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grpSp>
        <p:grpSp>
          <p:nvGrpSpPr>
            <p:cNvPr id="15"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gradFill>
          </p:grpSpPr>
          <p:sp>
            <p:nvSpPr>
              <p:cNvPr id="1048603" name="Freeform 32"/>
              <p:cNvSpPr/>
              <p:nvPr/>
            </p:nvSpPr>
            <p:spPr bwMode="auto">
              <a:xfrm>
                <a:off x="11483975" y="0"/>
                <a:ext cx="417513" cy="512763"/>
              </a:xfrm>
              <a:custGeom>
                <a:avLst/>
                <a:ah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sp>
          <p:sp>
            <p:nvSpPr>
              <p:cNvPr id="1048604" name="Freeform 33"/>
              <p:cNvSpPr>
                <a:spLocks noEditPoints="1"/>
              </p:cNvSpPr>
              <p:nvPr/>
            </p:nvSpPr>
            <p:spPr bwMode="auto">
              <a:xfrm>
                <a:off x="11364912" y="474663"/>
                <a:ext cx="157163" cy="152400"/>
              </a:xfrm>
              <a:custGeom>
                <a:avLst/>
                <a:ah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sp>
          <p:sp>
            <p:nvSpPr>
              <p:cNvPr id="1048605" name="Freeform 34"/>
              <p:cNvSpPr>
                <a:spLocks noEditPoints="1"/>
              </p:cNvSpPr>
              <p:nvPr/>
            </p:nvSpPr>
            <p:spPr bwMode="auto">
              <a:xfrm>
                <a:off x="11631612" y="1539875"/>
                <a:ext cx="188913" cy="190500"/>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06" name="Freeform 35"/>
              <p:cNvSpPr/>
              <p:nvPr/>
            </p:nvSpPr>
            <p:spPr bwMode="auto">
              <a:xfrm>
                <a:off x="11531600" y="5694363"/>
                <a:ext cx="298450" cy="1154113"/>
              </a:xfrm>
              <a:custGeom>
                <a:avLst/>
                <a:ah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07" name="Freeform 36"/>
              <p:cNvSpPr>
                <a:spLocks noEditPoints="1"/>
              </p:cNvSpPr>
              <p:nvPr/>
            </p:nvSpPr>
            <p:spPr bwMode="auto">
              <a:xfrm>
                <a:off x="11772900" y="5551488"/>
                <a:ext cx="157163" cy="155575"/>
              </a:xfrm>
              <a:custGeom>
                <a:avLst/>
                <a:ah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08" name="Freeform 37"/>
              <p:cNvSpPr/>
              <p:nvPr/>
            </p:nvSpPr>
            <p:spPr bwMode="auto">
              <a:xfrm>
                <a:off x="11710987" y="4763"/>
                <a:ext cx="304800" cy="1544638"/>
              </a:xfrm>
              <a:custGeom>
                <a:avLst/>
                <a:ah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sp>
          <p:sp>
            <p:nvSpPr>
              <p:cNvPr id="1048609" name="Freeform 38"/>
              <p:cNvSpPr>
                <a:spLocks noEditPoints="1"/>
              </p:cNvSpPr>
              <p:nvPr/>
            </p:nvSpPr>
            <p:spPr bwMode="auto">
              <a:xfrm>
                <a:off x="11636375" y="4867275"/>
                <a:ext cx="188913"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10" name="Freeform 39"/>
              <p:cNvSpPr/>
              <p:nvPr/>
            </p:nvSpPr>
            <p:spPr bwMode="auto">
              <a:xfrm>
                <a:off x="11441112" y="5046663"/>
                <a:ext cx="307975" cy="1801813"/>
              </a:xfrm>
              <a:custGeom>
                <a:avLst/>
                <a:ah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11" name="Freeform 40"/>
              <p:cNvSpPr>
                <a:spLocks noEditPoints="1"/>
              </p:cNvSpPr>
              <p:nvPr/>
            </p:nvSpPr>
            <p:spPr bwMode="auto">
              <a:xfrm>
                <a:off x="11849100" y="6416675"/>
                <a:ext cx="190500" cy="188913"/>
              </a:xfrm>
              <a:custGeom>
                <a:avLst/>
                <a:ah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12" name="Rectangle 41"/>
              <p:cNvSpPr>
                <a:spLocks noChangeArrowheads="1"/>
              </p:cNvSpPr>
              <p:nvPr/>
            </p:nvSpPr>
            <p:spPr bwMode="auto">
              <a:xfrm>
                <a:off x="11939587" y="6596063"/>
                <a:ext cx="23813" cy="252413"/>
              </a:xfrm>
              <a:prstGeom prst="rect"/>
              <a:grpFill/>
              <a:ln>
                <a:noFill/>
              </a:ln>
            </p:spPr>
          </p:sp>
        </p:grpSp>
      </p:grpSp>
      <p:sp>
        <p:nvSpPr>
          <p:cNvPr id="1048613" name="Title Placeholder 1"/>
          <p:cNvSpPr>
            <a:spLocks noGrp="1"/>
          </p:cNvSpPr>
          <p:nvPr>
            <p:ph type="title"/>
          </p:nvPr>
        </p:nvSpPr>
        <p:spPr>
          <a:xfrm>
            <a:off x="1141413" y="618518"/>
            <a:ext cx="9905998" cy="1478570"/>
          </a:xfrm>
          <a:prstGeom prst="rect"/>
        </p:spPr>
        <p:txBody>
          <a:bodyPr anchor="ctr" bIns="45720" lIns="91440" rIns="91440" rtlCol="0" tIns="45720" vert="horz">
            <a:normAutofit/>
          </a:bodyPr>
          <a:p>
            <a:endParaRPr dirty="0" lang="en-US"/>
          </a:p>
        </p:txBody>
      </p:sp>
      <p:sp>
        <p:nvSpPr>
          <p:cNvPr id="1048614" name="Text Placeholder 2"/>
          <p:cNvSpPr>
            <a:spLocks noGrp="1"/>
          </p:cNvSpPr>
          <p:nvPr>
            <p:ph type="body" idx="1"/>
          </p:nvPr>
        </p:nvSpPr>
        <p:spPr>
          <a:xfrm>
            <a:off x="1141412" y="2249487"/>
            <a:ext cx="9905999" cy="3541714"/>
          </a:xfrm>
          <a:prstGeom prst="rect"/>
        </p:spPr>
        <p:txBody>
          <a:bodyPr bIns="45720" lIns="91440" rIns="91440" rtlCol="0" tIns="45720" vert="horz">
            <a:normAutofit/>
          </a:bodyPr>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dirty="0" lang="en-US"/>
          </a:p>
        </p:txBody>
      </p:sp>
      <p:sp>
        <p:nvSpPr>
          <p:cNvPr id="1048615" name="Date Placeholder 3"/>
          <p:cNvSpPr>
            <a:spLocks noGrp="1"/>
          </p:cNvSpPr>
          <p:nvPr>
            <p:ph type="dt" sz="half" idx="2"/>
          </p:nvPr>
        </p:nvSpPr>
        <p:spPr>
          <a:xfrm>
            <a:off x="7456921" y="5883276"/>
            <a:ext cx="2743200" cy="365125"/>
          </a:xfrm>
          <a:prstGeom prst="rect"/>
        </p:spPr>
        <p:txBody>
          <a:bodyPr anchor="ctr" bIns="45720" lIns="91440" rIns="91440" rtlCol="0" tIns="45720" vert="horz"/>
          <a:lstStyle>
            <a:lvl1pPr algn="r">
              <a:defRPr sz="1050">
                <a:solidFill>
                  <a:schemeClr val="tx1">
                    <a:tint val="75000"/>
                  </a:schemeClr>
                </a:solidFill>
              </a:defRPr>
            </a:lvl1pPr>
          </a:lstStyle>
          <a:p>
            <a:fld id="{48A87A34-81AB-432B-8DAE-1953F412C126}" type="datetimeFigureOut">
              <a:rPr dirty="0" lang="en-US"/>
            </a:fld>
            <a:endParaRPr dirty="0" lang="en-US"/>
          </a:p>
        </p:txBody>
      </p:sp>
      <p:sp>
        <p:nvSpPr>
          <p:cNvPr id="1048616" name="Footer Placeholder 4"/>
          <p:cNvSpPr>
            <a:spLocks noGrp="1"/>
          </p:cNvSpPr>
          <p:nvPr>
            <p:ph type="ftr" sz="quarter" idx="3"/>
          </p:nvPr>
        </p:nvSpPr>
        <p:spPr>
          <a:xfrm>
            <a:off x="1141411" y="5883275"/>
            <a:ext cx="6239309" cy="365125"/>
          </a:xfrm>
          <a:prstGeom prst="rect"/>
        </p:spPr>
        <p:txBody>
          <a:bodyPr anchor="ctr" bIns="45720" lIns="91440" rIns="91440" rtlCol="0" tIns="45720" vert="horz"/>
          <a:lstStyle>
            <a:lvl1pPr algn="l">
              <a:defRPr baseline="0" cap="all" sz="1050">
                <a:solidFill>
                  <a:schemeClr val="tx1">
                    <a:tint val="75000"/>
                  </a:schemeClr>
                </a:solidFill>
              </a:defRPr>
            </a:lvl1pPr>
          </a:lstStyle>
          <a:p>
            <a:endParaRPr dirty="0" lang="en-US"/>
          </a:p>
        </p:txBody>
      </p:sp>
      <p:sp>
        <p:nvSpPr>
          <p:cNvPr id="1048617" name="Slide Number Placeholder 5"/>
          <p:cNvSpPr>
            <a:spLocks noGrp="1"/>
          </p:cNvSpPr>
          <p:nvPr>
            <p:ph type="sldNum" sz="quarter" idx="4"/>
          </p:nvPr>
        </p:nvSpPr>
        <p:spPr>
          <a:xfrm>
            <a:off x="10276321" y="5883274"/>
            <a:ext cx="771089" cy="365125"/>
          </a:xfrm>
          <a:prstGeom prst="rect"/>
        </p:spPr>
        <p:txBody>
          <a:bodyPr anchor="ctr" bIns="45720" lIns="91440" rIns="91440" rtlCol="0" tIns="45720" vert="horz"/>
          <a:lstStyle>
            <a:lvl1pPr algn="r">
              <a:defRPr sz="1050">
                <a:solidFill>
                  <a:schemeClr val="tx1">
                    <a:tint val="75000"/>
                  </a:schemeClr>
                </a:solidFill>
              </a:defRPr>
            </a:lvl1pPr>
          </a:lstStyle>
          <a:p>
            <a:fld id="{6D22F896-40B5-4ADD-8801-0D06FADFA095}" type="slidenum">
              <a:rPr dirty="0" lang="en-US"/>
            </a:fld>
            <a:endParaRPr dirty="0" lang="en-US"/>
          </a:p>
        </p:txBody>
      </p:sp>
    </p:spTree>
  </p:cSld>
  <p:clrMap accent1="accent1" accent2="accent2" accent3="accent3" accent4="accent4" accent5="accent5" accent6="accent6" bg1="dk1" bg2="dk2" tx1="lt1" tx2="lt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eaLnBrk="1" hangingPunct="1" latinLnBrk="0" rtl="0">
        <a:lnSpc>
          <a:spcPct val="90000"/>
        </a:lnSpc>
        <a:spcBef>
          <a:spcPct val="0"/>
        </a:spcBef>
        <a:buNone/>
        <a:defRPr baseline="0" cap="all" sz="3600" kern="1200">
          <a:solidFill>
            <a:schemeClr val="tx1"/>
          </a:solidFill>
          <a:latin typeface="+mj-lt"/>
          <a:ea typeface="+mj-ea"/>
          <a:cs typeface="+mj-cs"/>
        </a:defRPr>
      </a:lvl1pPr>
    </p:titleStyle>
    <p:bodyStyle>
      <a:lvl1pPr algn="l" defTabSz="914400" eaLnBrk="1" hangingPunct="1" indent="-228600" latinLnBrk="0" marL="228600" rtl="0">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algn="l" defTabSz="914400" eaLnBrk="1" hangingPunct="1" indent="-228600" latinLnBrk="0" marL="685800" rtl="0">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algn="l" defTabSz="914400" eaLnBrk="1" hangingPunct="1" indent="-228600" latinLnBrk="0" marL="1143000" rtl="0">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algn="l" defTabSz="914400" eaLnBrk="1" hangingPunct="1" indent="-228600" latinLnBrk="0" marL="1600200" rtl="0">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algn="l" defTabSz="914400" eaLnBrk="1" hangingPunct="1" indent="-228600" latinLnBrk="0" marL="2057400" rtl="0">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algn="l" defTabSz="914400" eaLnBrk="1" hangingPunct="1" indent="-228600" latinLnBrk="0" marL="2514600" rtl="0">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algn="l" defTabSz="914400" eaLnBrk="1" hangingPunct="1" indent="-228600" latinLnBrk="0" marL="2971800" rtl="0">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algn="l" defTabSz="914400" eaLnBrk="1" hangingPunct="1" indent="-228600" latinLnBrk="0" marL="3429000" rtl="0">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algn="l" defTabSz="914400" eaLnBrk="1" hangingPunct="1" indent="-228600" latinLnBrk="0" marL="3886200" rtl="0">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4.png"/><Relationship Id="rId3" Type="http://schemas.openxmlformats.org/officeDocument/2006/relationships/tags" Target="../tags/tag2.xml"/><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0.jpe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4.png"/><Relationship Id="rId3" Type="http://schemas.openxmlformats.org/officeDocument/2006/relationships/slideLayout" Target="../slideLayouts/slideLayout7.xml"/><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5.png"/><Relationship Id="rId3" Type="http://schemas.openxmlformats.org/officeDocument/2006/relationships/slideLayout" Target="../slideLayouts/slideLayout7.xml"/><Relationship Id="rId4"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6.png"/><Relationship Id="rId3"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7.png"/><Relationship Id="rId3" Type="http://schemas.openxmlformats.org/officeDocument/2006/relationships/slideLayout" Target="../slideLayouts/slideLayout7.xml"/><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8.xml"/><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19.png"/><Relationship Id="rId3" Type="http://schemas.openxmlformats.org/officeDocument/2006/relationships/image" Target="../media/image20.jpeg"/><Relationship Id="rId4" Type="http://schemas.openxmlformats.org/officeDocument/2006/relationships/slideLayout" Target="../slideLayouts/slideLayout18.xml"/><Relationship Id="rId5"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1.jpeg"/><Relationship Id="rId3"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2.jpeg"/><Relationship Id="rId3"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3.jpeg"/><Relationship Id="rId3"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4.jpeg"/><Relationship Id="rId3"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5.jpeg"/><Relationship Id="rId3"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6.jpeg"/><Relationship Id="rId3"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7.jpeg"/><Relationship Id="rId3"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8.jpeg"/><Relationship Id="rId3"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29.jpeg"/><Relationship Id="rId3"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30.png"/><Relationship Id="rId3"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31.png"/><Relationship Id="rId3"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32.png"/><Relationship Id="rId3"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33.png"/><Relationship Id="rId3"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34.jpeg"/><Relationship Id="rId3"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image" Target="../media/image18.jpeg"/><Relationship Id="rId2" Type="http://schemas.openxmlformats.org/officeDocument/2006/relationships/image" Target="../media/image35.jpeg"/><Relationship Id="rId3"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37" name=""/>
        <p:cNvGrpSpPr/>
        <p:nvPr/>
      </p:nvGrpSpPr>
      <p:grpSpPr>
        <a:xfrm>
          <a:off x="0" y="0"/>
          <a:ext cx="0" cy="0"/>
          <a:chOff x="0" y="0"/>
          <a:chExt cx="0" cy="0"/>
        </a:xfrm>
      </p:grpSpPr>
      <p:sp>
        <p:nvSpPr>
          <p:cNvPr id="1048677" name="标题 1"/>
          <p:cNvSpPr>
            <a:spLocks noGrp="1"/>
          </p:cNvSpPr>
          <p:nvPr>
            <p:ph type="ctrTitle"/>
          </p:nvPr>
        </p:nvSpPr>
        <p:spPr>
          <a:xfrm>
            <a:off x="402682" y="1341173"/>
            <a:ext cx="11386636" cy="1622227"/>
          </a:xfrm>
        </p:spPr>
        <p:txBody>
          <a:bodyPr>
            <a:normAutofit fontScale="93031"/>
          </a:bodyPr>
          <a:p>
            <a:pPr algn="ctr"/>
            <a:r>
              <a:rPr altLang="zh-CN" baseline="0" b="0" cap="all" dirty="0" sz="6600" i="0" kern="1200" kumimoji="0" lang="en-US" noProof="0" normalizeH="0" spc="0" strike="noStrike" u="none">
                <a:ln>
                  <a:noFill/>
                </a:ln>
                <a:solidFill>
                  <a:schemeClr val="bg1"/>
                </a:solidFill>
                <a:effectLst/>
                <a:uLnTx/>
                <a:uFillTx/>
                <a:latin typeface="华文新魏" panose="02010800040101010101" pitchFamily="2" charset="-122"/>
                <a:ea typeface="华文新魏" panose="02010800040101010101" pitchFamily="2" charset="-122"/>
              </a:rPr>
              <a:t>ILCE</a:t>
            </a:r>
            <a:r>
              <a:rPr altLang="en-US" baseline="0" b="0" cap="all" dirty="0" sz="6600" i="0" kern="1200" kumimoji="0" lang="zh-CN" noProof="0" normalizeH="0" spc="0" strike="noStrike" u="none">
                <a:ln>
                  <a:noFill/>
                </a:ln>
                <a:solidFill>
                  <a:schemeClr val="bg1"/>
                </a:solidFill>
                <a:effectLst/>
                <a:uLnTx/>
                <a:uFillTx/>
                <a:latin typeface="华文行楷" panose="02010800040101010101" pitchFamily="2" charset="-122"/>
                <a:ea typeface="华文行楷" panose="02010800040101010101" pitchFamily="2" charset="-122"/>
              </a:rPr>
              <a:t>通信创新实验室第</a:t>
            </a:r>
            <a:r>
              <a:rPr altLang="en-US" baseline="0" b="0" cap="all" dirty="0" sz="6600" i="0" kern="1200" kumimoji="0" lang="zh-CN" noProof="0" normalizeH="0" spc="0" strike="noStrike" u="none">
                <a:ln>
                  <a:noFill/>
                </a:ln>
                <a:solidFill>
                  <a:schemeClr val="bg1"/>
                </a:solidFill>
                <a:effectLst/>
                <a:uLnTx/>
                <a:uFillTx/>
                <a:latin typeface="华文行楷" panose="02010800040101010101" pitchFamily="2" charset="-122"/>
                <a:ea typeface="华文行楷" panose="02010800040101010101" pitchFamily="2" charset="-122"/>
              </a:rPr>
              <a:t>三次培训</a:t>
            </a:r>
            <a:endParaRPr altLang="en-US" dirty="0" sz="6000" lang="zh-CN">
              <a:solidFill>
                <a:schemeClr val="bg1"/>
              </a:solidFill>
              <a:latin typeface="华文行楷" panose="02010800040101010101" pitchFamily="2" charset="-122"/>
              <a:ea typeface="华文行楷" panose="02010800040101010101" pitchFamily="2" charset="-122"/>
              <a:cs typeface="华文中宋" panose="02010600040101010101" charset="-122"/>
            </a:endParaRPr>
          </a:p>
        </p:txBody>
      </p:sp>
      <p:sp>
        <p:nvSpPr>
          <p:cNvPr id="1048678" name="文本框 4"/>
          <p:cNvSpPr txBox="1"/>
          <p:nvPr/>
        </p:nvSpPr>
        <p:spPr>
          <a:xfrm>
            <a:off x="7139908" y="4687514"/>
            <a:ext cx="4190980" cy="548639"/>
          </a:xfrm>
          <a:prstGeom prst="rect"/>
          <a:noFill/>
        </p:spPr>
        <p:txBody>
          <a:bodyPr rtlCol="0" wrap="square">
            <a:spAutoFit/>
          </a:bodyPr>
          <a:p>
            <a:pPr algn="l" defTabSz="457200" eaLnBrk="1" fontAlgn="auto" hangingPunct="1" indent="0" latinLnBrk="0" lvl="0" marL="0" marR="0" rtl="0">
              <a:lnSpc>
                <a:spcPct val="100000"/>
              </a:lnSpc>
              <a:spcBef>
                <a:spcPts val="0"/>
              </a:spcBef>
              <a:spcAft>
                <a:spcPts val="0"/>
              </a:spcAft>
              <a:buClrTx/>
              <a:buSzTx/>
              <a:buFontTx/>
              <a:buNone/>
            </a:pPr>
            <a:r>
              <a:rPr altLang="en-US" baseline="0" b="1" cap="none" dirty="0" sz="2800" i="0" kern="1200" kumimoji="0" lang="zh-CN" noProof="0" normalizeH="0" spc="0" strike="noStrike" u="none">
                <a:ln>
                  <a:noFill/>
                </a:ln>
                <a:solidFill>
                  <a:schemeClr val="bg1"/>
                </a:solidFill>
                <a:effectLst/>
                <a:uLnTx/>
                <a:uFillTx/>
                <a:latin typeface="华文楷体" panose="02010600040101010101" pitchFamily="2" charset="-122"/>
                <a:ea typeface="华文楷体" panose="02010600040101010101" pitchFamily="2" charset="-122"/>
              </a:rPr>
              <a:t>主讲人：</a:t>
            </a:r>
            <a:r>
              <a:rPr altLang="en-US" baseline="0" b="1" cap="none" dirty="0" sz="2800" i="0" kern="1200" kumimoji="0" lang="zh-CN" noProof="0" normalizeH="0" spc="0" strike="noStrike" u="none">
                <a:ln>
                  <a:noFill/>
                </a:ln>
                <a:solidFill>
                  <a:schemeClr val="bg1"/>
                </a:solidFill>
                <a:effectLst/>
                <a:uLnTx/>
                <a:uFillTx/>
                <a:latin typeface="华文楷体" panose="02010600040101010101" pitchFamily="2" charset="-122"/>
                <a:ea typeface="华文楷体" panose="02010600040101010101" pitchFamily="2" charset="-122"/>
              </a:rPr>
              <a:t>谌</a:t>
            </a:r>
            <a:r>
              <a:rPr altLang="en-US" baseline="0" b="1" cap="none" dirty="0" sz="2800" i="0" kern="1200" kumimoji="0" lang="zh-CN" noProof="0" normalizeH="0" spc="0" strike="noStrike" u="none">
                <a:ln>
                  <a:noFill/>
                </a:ln>
                <a:solidFill>
                  <a:schemeClr val="bg1"/>
                </a:solidFill>
                <a:effectLst/>
                <a:uLnTx/>
                <a:uFillTx/>
                <a:latin typeface="华文楷体" panose="02010600040101010101" pitchFamily="2" charset="-122"/>
                <a:ea typeface="华文楷体" panose="02010600040101010101" pitchFamily="2" charset="-122"/>
              </a:rPr>
              <a:t>郁</a:t>
            </a:r>
            <a:r>
              <a:rPr altLang="en-US" baseline="0" b="1" cap="none" dirty="0" sz="2800" i="0" kern="1200" kumimoji="0" lang="zh-CN" noProof="0" normalizeH="0" spc="0" strike="noStrike" u="none">
                <a:ln>
                  <a:noFill/>
                </a:ln>
                <a:solidFill>
                  <a:schemeClr val="bg1"/>
                </a:solidFill>
                <a:effectLst/>
                <a:uLnTx/>
                <a:uFillTx/>
                <a:latin typeface="华文楷体" panose="02010600040101010101" pitchFamily="2" charset="-122"/>
                <a:ea typeface="华文楷体" panose="02010600040101010101" pitchFamily="2" charset="-122"/>
              </a:rPr>
              <a:t>洁</a:t>
            </a:r>
            <a:endParaRPr altLang="en-US" baseline="0" b="1" cap="none" dirty="0" sz="2800" i="0" kern="1200" kumimoji="0" lang="zh-CN" noProof="0" normalizeH="0" spc="0" strike="noStrike" u="none">
              <a:ln>
                <a:noFill/>
              </a:ln>
              <a:solidFill>
                <a:schemeClr val="bg1"/>
              </a:solidFill>
              <a:effectLst/>
              <a:uLnTx/>
              <a:uFillTx/>
              <a:latin typeface="华文楷体" panose="02010600040101010101" pitchFamily="2" charset="-122"/>
              <a:ea typeface="华文楷体"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62" name=""/>
        <p:cNvGrpSpPr/>
        <p:nvPr/>
      </p:nvGrpSpPr>
      <p:grpSpPr>
        <a:xfrm/>
      </p:grpSpPr>
      <p:sp>
        <p:nvSpPr>
          <p:cNvPr id="1048681" name="TextBox 1"/>
          <p:cNvSpPr txBox="1"/>
          <p:nvPr/>
        </p:nvSpPr>
        <p:spPr>
          <a:xfrm>
            <a:off x="1874519" y="411480"/>
            <a:ext cx="5752593" cy="746252"/>
          </a:xfrm>
          <a:prstGeom prst="rect"/>
          <a:noFill/>
        </p:spPr>
        <p:txBody>
          <a:bodyPr bIns="36576" lIns="82296" rIns="82296" tIns="36576" wrap="none">
            <a:spAutoFit/>
          </a:bodyPr>
          <a:p>
            <a:pPr algn="l">
              <a:lnSpc>
                <a:spcPct val="100000"/>
              </a:lnSpc>
            </a:pPr>
            <a:r>
              <a:rPr b="0" sz="4000">
                <a:solidFill>
                  <a:srgbClr val="000000"/>
                </a:solidFill>
                <a:latin typeface="华文新魏" panose="02010800040101010101" pitchFamily="2" charset="-122"/>
                <a:ea typeface="华文新魏" panose="02010800040101010101" pitchFamily="2" charset="-122"/>
                <a:cs typeface="华文新魏" panose="02010800040101010101" pitchFamily="2" charset="-122"/>
              </a:rPr>
              <a:t>第二次培训硬件作业问题</a:t>
            </a:r>
            <a:endParaRPr b="0" sz="4000">
              <a:solidFill>
                <a:srgbClr val="000000"/>
              </a:solidFill>
              <a:latin typeface="华文新魏" panose="02010800040101010101" pitchFamily="2" charset="-122"/>
              <a:ea typeface="华文新魏" panose="02010800040101010101" pitchFamily="2" charset="-122"/>
              <a:cs typeface="华文新魏" panose="02010800040101010101" pitchFamily="2" charset="-122"/>
            </a:endParaRPr>
          </a:p>
        </p:txBody>
      </p:sp>
      <p:sp>
        <p:nvSpPr>
          <p:cNvPr id="1048682" name="TextBox 2"/>
          <p:cNvSpPr txBox="1"/>
          <p:nvPr/>
        </p:nvSpPr>
        <p:spPr>
          <a:xfrm>
            <a:off x="1188720" y="1755648"/>
            <a:ext cx="10515600" cy="4543552"/>
          </a:xfrm>
          <a:prstGeom prst="rect"/>
          <a:noFill/>
        </p:spPr>
        <p:txBody>
          <a:bodyPr bIns="36576" lIns="82296" rIns="82296" tIns="36576" wrap="square">
            <a:spAutoFit/>
          </a:bodyPr>
          <a:p>
            <a:pPr algn="l">
              <a:lnSpc>
                <a:spcPct val="100000"/>
              </a:lnSpc>
              <a:spcAft>
                <a:spcPts val="2200"/>
              </a:spcAft>
            </a:pPr>
            <a:r>
              <a:rPr b="1" sz="1900">
                <a:solidFill>
                  <a:srgbClr val="FF0000"/>
                </a:solidFill>
                <a:latin typeface="等线" panose="02010600030101010101" charset="-122"/>
                <a:ea typeface="等线" panose="02010600030101010101" charset="-122"/>
                <a:cs typeface="等线" panose="02010600030101010101" charset="-122"/>
              </a:rPr>
              <a:t>1｜</a:t>
            </a:r>
            <a:r>
              <a:rPr b="0" sz="1900">
                <a:solidFill>
                  <a:srgbClr val="000000"/>
                </a:solidFill>
                <a:latin typeface="等线" panose="02010600030101010101" charset="-122"/>
                <a:ea typeface="等线" panose="02010600030101010101" charset="-122"/>
                <a:cs typeface="等线" panose="02010600030101010101" charset="-122"/>
              </a:rPr>
              <a:t>草图连线：哪些线能交叉、哪些线不能交叉没搞明白，也不主动问学长学姐</a:t>
            </a:r>
            <a:endParaRPr b="0" sz="1900">
              <a:solidFill>
                <a:srgbClr val="000000"/>
              </a:solidFill>
              <a:latin typeface="等线" panose="02010600030101010101" charset="-122"/>
              <a:ea typeface="等线" panose="02010600030101010101" charset="-122"/>
              <a:cs typeface="等线" panose="02010600030101010101" charset="-122"/>
            </a:endParaRPr>
          </a:p>
          <a:p>
            <a:pPr algn="l">
              <a:lnSpc>
                <a:spcPct val="100000"/>
              </a:lnSpc>
              <a:spcAft>
                <a:spcPts val="2600"/>
              </a:spcAft>
            </a:pPr>
            <a:r>
              <a:rPr b="1" sz="1900">
                <a:solidFill>
                  <a:srgbClr val="FF0000"/>
                </a:solidFill>
                <a:latin typeface="等线" panose="02010600030101010101" charset="-122"/>
                <a:ea typeface="等线" panose="02010600030101010101" charset="-122"/>
                <a:cs typeface="等线" panose="02010600030101010101" charset="-122"/>
              </a:rPr>
              <a:t>2｜</a:t>
            </a:r>
            <a:r>
              <a:rPr b="0" sz="1900">
                <a:solidFill>
                  <a:srgbClr val="000000"/>
                </a:solidFill>
                <a:latin typeface="等线" panose="02010600030101010101" charset="-122"/>
                <a:ea typeface="等线" panose="02010600030101010101" charset="-122"/>
                <a:cs typeface="等线" panose="02010600030101010101" charset="-122"/>
              </a:rPr>
              <a:t>电路理解：不弄懂原理就焊接；出问题不会自查，过度依赖学长学姐，缺少独立思考</a:t>
            </a:r>
            <a:endParaRPr b="0" sz="1900">
              <a:solidFill>
                <a:srgbClr val="000000"/>
              </a:solidFill>
              <a:latin typeface="等线" panose="02010600030101010101" charset="-122"/>
              <a:ea typeface="等线" panose="02010600030101010101" charset="-122"/>
              <a:cs typeface="等线" panose="02010600030101010101" charset="-122"/>
            </a:endParaRPr>
          </a:p>
          <a:p>
            <a:pPr algn="l">
              <a:lnSpc>
                <a:spcPct val="100000"/>
              </a:lnSpc>
              <a:spcAft>
                <a:spcPts val="2600"/>
              </a:spcAft>
            </a:pPr>
            <a:r>
              <a:rPr b="1" sz="1900">
                <a:solidFill>
                  <a:srgbClr val="FF0000"/>
                </a:solidFill>
                <a:latin typeface="等线" panose="02010600030101010101" charset="-122"/>
                <a:ea typeface="等线" panose="02010600030101010101" charset="-122"/>
                <a:cs typeface="等线" panose="02010600030101010101" charset="-122"/>
              </a:rPr>
              <a:t>3｜</a:t>
            </a:r>
            <a:r>
              <a:rPr b="0" sz="1900">
                <a:solidFill>
                  <a:srgbClr val="000000"/>
                </a:solidFill>
                <a:latin typeface="等线" panose="02010600030101010101" charset="-122"/>
                <a:ea typeface="等线" panose="02010600030101010101" charset="-122"/>
                <a:cs typeface="等线" panose="02010600030101010101" charset="-122"/>
              </a:rPr>
              <a:t>焊接质量：虚焊、短焊造成器件短路（本次作业出现最多的问题）</a:t>
            </a:r>
            <a:endParaRPr b="0" sz="1900">
              <a:solidFill>
                <a:srgbClr val="000000"/>
              </a:solidFill>
              <a:latin typeface="等线" panose="02010600030101010101" charset="-122"/>
              <a:ea typeface="等线" panose="02010600030101010101" charset="-122"/>
              <a:cs typeface="等线" panose="02010600030101010101" charset="-122"/>
            </a:endParaRPr>
          </a:p>
          <a:p>
            <a:pPr algn="l">
              <a:lnSpc>
                <a:spcPct val="100000"/>
              </a:lnSpc>
              <a:spcAft>
                <a:spcPts val="2600"/>
              </a:spcAft>
            </a:pPr>
            <a:r>
              <a:rPr b="1" sz="1900">
                <a:solidFill>
                  <a:srgbClr val="FF0000"/>
                </a:solidFill>
                <a:latin typeface="等线" panose="02010600030101010101" charset="-122"/>
                <a:ea typeface="等线" panose="02010600030101010101" charset="-122"/>
                <a:cs typeface="等线" panose="02010600030101010101" charset="-122"/>
              </a:rPr>
              <a:t>4｜</a:t>
            </a:r>
            <a:r>
              <a:rPr b="0" sz="1900">
                <a:solidFill>
                  <a:srgbClr val="000000"/>
                </a:solidFill>
                <a:latin typeface="等线" panose="02010600030101010101" charset="-122"/>
                <a:ea typeface="等线" panose="02010600030101010101" charset="-122"/>
                <a:cs typeface="等线" panose="02010600030101010101" charset="-122"/>
              </a:rPr>
              <a:t>抄袭复刻：</a:t>
            </a:r>
            <a:r>
              <a:rPr b="0" sz="1900" lang="zh-CN">
                <a:solidFill>
                  <a:srgbClr val="000000"/>
                </a:solidFill>
                <a:latin typeface="等线" panose="02010600030101010101" charset="-122"/>
                <a:ea typeface="等线" panose="02010600030101010101" charset="-122"/>
                <a:cs typeface="等线" panose="02010600030101010101" charset="-122"/>
              </a:rPr>
              <a:t>少数同学</a:t>
            </a:r>
            <a:r>
              <a:rPr b="0" sz="1900">
                <a:solidFill>
                  <a:srgbClr val="000000"/>
                </a:solidFill>
                <a:latin typeface="等线" panose="02010600030101010101" charset="-122"/>
                <a:ea typeface="等线" panose="02010600030101010101" charset="-122"/>
                <a:cs typeface="等线" panose="02010600030101010101" charset="-122"/>
              </a:rPr>
              <a:t>照抄照搬</a:t>
            </a:r>
            <a:r>
              <a:rPr b="0" sz="1900" lang="zh-CN">
                <a:solidFill>
                  <a:srgbClr val="000000"/>
                </a:solidFill>
                <a:latin typeface="等线" panose="02010600030101010101" charset="-122"/>
                <a:ea typeface="等线" panose="02010600030101010101" charset="-122"/>
                <a:cs typeface="等线" panose="02010600030101010101" charset="-122"/>
              </a:rPr>
              <a:t>原理图或者成品板</a:t>
            </a:r>
            <a:r>
              <a:rPr b="0" sz="1900">
                <a:solidFill>
                  <a:srgbClr val="000000"/>
                </a:solidFill>
                <a:latin typeface="等线" panose="02010600030101010101" charset="-122"/>
                <a:ea typeface="等线" panose="02010600030101010101" charset="-122"/>
                <a:cs typeface="等线" panose="02010600030101010101" charset="-122"/>
              </a:rPr>
              <a:t>，没有自己的思考</a:t>
            </a:r>
            <a:r>
              <a:rPr b="1" sz="1900">
                <a:solidFill>
                  <a:srgbClr val="FF0000"/>
                </a:solidFill>
                <a:latin typeface="等线" panose="02010600030101010101" charset="-122"/>
                <a:ea typeface="等线" panose="02010600030101010101" charset="-122"/>
                <a:cs typeface="等线" panose="02010600030101010101" charset="-122"/>
              </a:rPr>
              <a:t>（一经发现，该作业直接零分）</a:t>
            </a:r>
            <a:endParaRPr b="1" sz="1900">
              <a:solidFill>
                <a:srgbClr val="FF0000"/>
              </a:solidFill>
              <a:latin typeface="等线" panose="02010600030101010101" charset="-122"/>
              <a:ea typeface="等线" panose="02010600030101010101" charset="-122"/>
              <a:cs typeface="等线" panose="02010600030101010101" charset="-122"/>
            </a:endParaRPr>
          </a:p>
          <a:p>
            <a:pPr algn="l">
              <a:lnSpc>
                <a:spcPct val="100000"/>
              </a:lnSpc>
              <a:spcAft>
                <a:spcPts val="2600"/>
              </a:spcAft>
            </a:pPr>
            <a:r>
              <a:rPr b="1" sz="1900">
                <a:solidFill>
                  <a:srgbClr val="FF0000"/>
                </a:solidFill>
                <a:latin typeface="等线" panose="02010600030101010101" charset="-122"/>
                <a:ea typeface="等线" panose="02010600030101010101" charset="-122"/>
                <a:cs typeface="等线" panose="02010600030101010101" charset="-122"/>
              </a:rPr>
              <a:t>5｜</a:t>
            </a:r>
            <a:r>
              <a:rPr b="0" sz="1900">
                <a:solidFill>
                  <a:srgbClr val="000000"/>
                </a:solidFill>
                <a:latin typeface="等线" panose="02010600030101010101" charset="-122"/>
                <a:ea typeface="等线" panose="02010600030101010101" charset="-122"/>
                <a:cs typeface="等线" panose="02010600030101010101" charset="-122"/>
              </a:rPr>
              <a:t>设计规范：相同网络标签（VCC、GND）必须连通</a:t>
            </a:r>
            <a:endParaRPr b="0" sz="1900">
              <a:solidFill>
                <a:srgbClr val="000000"/>
              </a:solidFill>
              <a:latin typeface="等线" panose="02010600030101010101" charset="-122"/>
              <a:ea typeface="等线" panose="02010600030101010101" charset="-122"/>
              <a:cs typeface="等线" panose="02010600030101010101" charset="-122"/>
            </a:endParaRPr>
          </a:p>
          <a:p>
            <a:pPr algn="l">
              <a:lnSpc>
                <a:spcPct val="100000"/>
              </a:lnSpc>
              <a:spcAft>
                <a:spcPts val="2600"/>
              </a:spcAft>
            </a:pPr>
            <a:r>
              <a:rPr b="1" sz="1900">
                <a:solidFill>
                  <a:srgbClr val="FF0000"/>
                </a:solidFill>
                <a:latin typeface="等线" panose="02010600030101010101" charset="-122"/>
                <a:ea typeface="等线" panose="02010600030101010101" charset="-122"/>
                <a:cs typeface="等线" panose="02010600030101010101" charset="-122"/>
              </a:rPr>
              <a:t>6｜</a:t>
            </a:r>
            <a:r>
              <a:rPr b="0" sz="1900">
                <a:solidFill>
                  <a:srgbClr val="000000"/>
                </a:solidFill>
                <a:latin typeface="等线" panose="02010600030101010101" charset="-122"/>
                <a:ea typeface="等线" panose="02010600030101010101" charset="-122"/>
                <a:cs typeface="等线" panose="02010600030101010101" charset="-122"/>
              </a:rPr>
              <a:t>万用表使用：不会用万用表查板——电压档测电压、欧姆档测电阻、通断档查短路断路</a:t>
            </a:r>
            <a:endParaRPr b="0" sz="1900">
              <a:solidFill>
                <a:srgbClr val="000000"/>
              </a:solidFill>
              <a:latin typeface="等线" panose="02010600030101010101" charset="-122"/>
              <a:ea typeface="等线" panose="02010600030101010101" charset="-122"/>
              <a:cs typeface="等线" panose="02010600030101010101" charset="-122"/>
            </a:endParaRPr>
          </a:p>
          <a:p>
            <a:pPr algn="l">
              <a:lnSpc>
                <a:spcPct val="100000"/>
              </a:lnSpc>
              <a:spcAft>
                <a:spcPts val="2600"/>
              </a:spcAft>
            </a:pPr>
            <a:r>
              <a:rPr b="1" sz="1900">
                <a:solidFill>
                  <a:srgbClr val="FF0000"/>
                </a:solidFill>
                <a:latin typeface="等线" panose="02010600030101010101" charset="-122"/>
                <a:ea typeface="等线" panose="02010600030101010101" charset="-122"/>
                <a:cs typeface="等线" panose="02010600030101010101" charset="-122"/>
              </a:rPr>
              <a:t>7｜</a:t>
            </a:r>
            <a:r>
              <a:rPr b="0" sz="1900">
                <a:solidFill>
                  <a:srgbClr val="000000"/>
                </a:solidFill>
                <a:latin typeface="等线" panose="02010600030101010101" charset="-122"/>
                <a:ea typeface="等线" panose="02010600030101010101" charset="-122"/>
                <a:cs typeface="等线" panose="02010600030101010101" charset="-122"/>
              </a:rPr>
              <a:t>实验卫生：垃圾随手堆在桌上，不带走</a:t>
            </a:r>
            <a:endParaRPr b="0" sz="1900">
              <a:solidFill>
                <a:srgbClr val="000000"/>
              </a:solidFill>
              <a:latin typeface="等线" panose="02010600030101010101" charset="-122"/>
              <a:ea typeface="等线" panose="02010600030101010101" charset="-122"/>
              <a:cs typeface="等线" panose="02010600030101010101"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64" name=""/>
        <p:cNvGrpSpPr/>
        <p:nvPr/>
      </p:nvGrpSpPr>
      <p:grpSpPr>
        <a:xfrm>
          <a:off x="0" y="0"/>
          <a:ext cx="0" cy="0"/>
          <a:chOff x="0" y="0"/>
          <a:chExt cx="0" cy="0"/>
        </a:xfrm>
      </p:grpSpPr>
      <p:sp>
        <p:nvSpPr>
          <p:cNvPr id="1048688" name="标题 3"/>
          <p:cNvSpPr>
            <a:spLocks noGrp="1"/>
          </p:cNvSpPr>
          <p:nvPr>
            <p:ph type="title"/>
          </p:nvPr>
        </p:nvSpPr>
        <p:spPr>
          <a:xfrm>
            <a:off x="645846" y="374604"/>
            <a:ext cx="5015497" cy="985086"/>
          </a:xfrm>
        </p:spPr>
        <p:txBody>
          <a:bodyPr>
            <a:normAutofit/>
          </a:bodyPr>
          <a:p>
            <a:r>
              <a:rPr altLang="zh-CN" dirty="0" sz="6000" lang="en-US">
                <a:solidFill>
                  <a:schemeClr val="bg1"/>
                </a:solidFill>
                <a:latin typeface="华文新魏" panose="02010800040101010101" pitchFamily="2" charset="-122"/>
                <a:ea typeface="华文新魏" panose="02010800040101010101" pitchFamily="2" charset="-122"/>
              </a:rPr>
              <a:t>NE555</a:t>
            </a:r>
            <a:endParaRPr altLang="zh-CN" dirty="0" sz="6000" lang="en-US">
              <a:solidFill>
                <a:schemeClr val="bg1"/>
              </a:solidFill>
              <a:latin typeface="华文新魏" panose="02010800040101010101" pitchFamily="2" charset="-122"/>
              <a:ea typeface="华文新魏" panose="02010800040101010101" pitchFamily="2" charset="-122"/>
            </a:endParaRPr>
          </a:p>
        </p:txBody>
      </p:sp>
      <p:pic>
        <p:nvPicPr>
          <p:cNvPr id="2097155" name="图片 3"/>
          <p:cNvPicPr>
            <a:picLocks noChangeAspect="1"/>
          </p:cNvPicPr>
          <p:nvPr>
            <p:custDataLst>
              <p:tags r:id="rId1"/>
            </p:custDataLst>
          </p:nvPr>
        </p:nvPicPr>
        <p:blipFill>
          <a:blip xmlns:r="http://schemas.openxmlformats.org/officeDocument/2006/relationships" r:embed="rId2"/>
          <a:stretch>
            <a:fillRect/>
          </a:stretch>
        </p:blipFill>
        <p:spPr>
          <a:xfrm>
            <a:off x="7995285" y="159385"/>
            <a:ext cx="4152900" cy="3810000"/>
          </a:xfrm>
          <a:prstGeom prst="rect"/>
        </p:spPr>
      </p:pic>
      <p:pic>
        <p:nvPicPr>
          <p:cNvPr id="2097156" name="图片 2"/>
          <p:cNvPicPr>
            <a:picLocks noChangeAspect="1"/>
          </p:cNvPicPr>
          <p:nvPr>
            <p:custDataLst>
              <p:tags r:id="rId3"/>
            </p:custDataLst>
          </p:nvPr>
        </p:nvPicPr>
        <p:blipFill>
          <a:blip xmlns:r="http://schemas.openxmlformats.org/officeDocument/2006/relationships" r:embed="rId4"/>
          <a:stretch>
            <a:fillRect/>
          </a:stretch>
        </p:blipFill>
        <p:spPr>
          <a:xfrm>
            <a:off x="5750560" y="2055495"/>
            <a:ext cx="2334260" cy="1913890"/>
          </a:xfrm>
          <a:prstGeom prst="rect"/>
        </p:spPr>
      </p:pic>
      <p:pic>
        <p:nvPicPr>
          <p:cNvPr id="2097157" name="图片 6"/>
          <p:cNvPicPr>
            <a:picLocks noChangeAspect="1"/>
          </p:cNvPicPr>
          <p:nvPr/>
        </p:nvPicPr>
        <p:blipFill>
          <a:blip xmlns:r="http://schemas.openxmlformats.org/officeDocument/2006/relationships" r:embed="rId5"/>
          <a:stretch>
            <a:fillRect/>
          </a:stretch>
        </p:blipFill>
        <p:spPr>
          <a:xfrm>
            <a:off x="5751195" y="135255"/>
            <a:ext cx="2333625" cy="1995170"/>
          </a:xfrm>
          <a:prstGeom prst="rect"/>
        </p:spPr>
      </p:pic>
      <p:pic>
        <p:nvPicPr>
          <p:cNvPr id="2097158" name="图片 4"/>
          <p:cNvPicPr>
            <a:picLocks noChangeAspect="1"/>
          </p:cNvPicPr>
          <p:nvPr/>
        </p:nvPicPr>
        <p:blipFill>
          <a:blip xmlns:r="http://schemas.openxmlformats.org/officeDocument/2006/relationships" r:embed="rId6"/>
          <a:stretch>
            <a:fillRect/>
          </a:stretch>
        </p:blipFill>
        <p:spPr>
          <a:xfrm>
            <a:off x="5751195" y="3969154"/>
            <a:ext cx="5343525" cy="2884805"/>
          </a:xfrm>
          <a:prstGeom prst="rect"/>
        </p:spPr>
      </p:pic>
      <p:sp>
        <p:nvSpPr>
          <p:cNvPr id="1048689" name="文本框 7"/>
          <p:cNvSpPr txBox="1"/>
          <p:nvPr/>
        </p:nvSpPr>
        <p:spPr>
          <a:xfrm>
            <a:off x="173990" y="1758950"/>
            <a:ext cx="5398770" cy="4690745"/>
          </a:xfrm>
          <a:prstGeom prst="rect"/>
          <a:noFill/>
        </p:spPr>
        <p:txBody>
          <a:bodyPr anchor="t" rtlCol="0" wrap="square">
            <a:noAutofit/>
          </a:bodyPr>
          <a:p>
            <a:r>
              <a:rPr altLang="en-US" dirty="0" sz="2400" lang="zh-CN">
                <a:solidFill>
                  <a:schemeClr val="bg1"/>
                </a:solidFill>
                <a:sym typeface="+mn-ea"/>
              </a:rPr>
              <a:t>简介：</a:t>
            </a:r>
            <a:endParaRPr altLang="en-US" dirty="0" sz="2400" lang="zh-CN">
              <a:solidFill>
                <a:schemeClr val="bg1"/>
              </a:solidFill>
            </a:endParaRPr>
          </a:p>
          <a:p>
            <a:r>
              <a:rPr altLang="en-US" dirty="0" sz="2400" lang="zh-CN">
                <a:solidFill>
                  <a:schemeClr val="bg1"/>
                </a:solidFill>
                <a:sym typeface="+mn-ea"/>
              </a:rPr>
              <a:t>NE555 （Timer IC）为8脚时基集成电路，大约在1971年由Signetics Corporation发布，在当时是唯一非常快速且商业化的Timer IC。NE555体积小、重量轻、稳定可靠，操作电源范围大，输出端的供给电流能力强，计时精确度高，温度稳定度佳，且价格便宜</a:t>
            </a:r>
            <a:endParaRPr altLang="en-US" dirty="0" sz="2400" lang="zh-CN">
              <a:solidFill>
                <a:schemeClr val="bg1"/>
              </a:solidFill>
              <a:sym typeface="+mn-ea"/>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2" presetSubtype="4">
                                  <p:stCondLst>
                                    <p:cond delay="0"/>
                                  </p:stCondLst>
                                  <p:childTnLst>
                                    <p:set>
                                      <p:cBhvr>
                                        <p:cTn dur="1" fill="hold" id="6">
                                          <p:stCondLst>
                                            <p:cond delay="0"/>
                                          </p:stCondLst>
                                        </p:cTn>
                                        <p:tgtEl>
                                          <p:spTgt spid="2097157"/>
                                        </p:tgtEl>
                                        <p:attrNameLst>
                                          <p:attrName>style.visibility</p:attrName>
                                        </p:attrNameLst>
                                      </p:cBhvr>
                                      <p:to>
                                        <p:strVal val="visible"/>
                                      </p:to>
                                    </p:set>
                                    <p:anim calcmode="lin" valueType="num">
                                      <p:cBhvr additive="base">
                                        <p:cTn dur="500" fill="hold" id="7"/>
                                        <p:tgtEl>
                                          <p:spTgt spid="2097157"/>
                                        </p:tgtEl>
                                        <p:attrNameLst>
                                          <p:attrName>ppt_x</p:attrName>
                                        </p:attrNameLst>
                                      </p:cBhvr>
                                      <p:tavLst>
                                        <p:tav tm="0">
                                          <p:val>
                                            <p:strVal val="#ppt_x"/>
                                          </p:val>
                                        </p:tav>
                                        <p:tav tm="100000">
                                          <p:val>
                                            <p:strVal val="#ppt_x"/>
                                          </p:val>
                                        </p:tav>
                                      </p:tavLst>
                                    </p:anim>
                                    <p:anim calcmode="lin" valueType="num">
                                      <p:cBhvr additive="base">
                                        <p:cTn dur="500" fill="hold" id="8"/>
                                        <p:tgtEl>
                                          <p:spTgt spid="2097157"/>
                                        </p:tgtEl>
                                        <p:attrNameLst>
                                          <p:attrName>ppt_y</p:attrName>
                                        </p:attrNameLst>
                                      </p:cBhvr>
                                      <p:tavLst>
                                        <p:tav tm="0">
                                          <p:val>
                                            <p:strVal val="1+#ppt_h/2"/>
                                          </p:val>
                                        </p:tav>
                                        <p:tav tm="100000">
                                          <p:val>
                                            <p:strVal val="#ppt_y"/>
                                          </p:val>
                                        </p:tav>
                                      </p:tavLst>
                                    </p:anim>
                                  </p:childTnLst>
                                </p:cTn>
                              </p:par>
                            </p:childTnLst>
                          </p:cTn>
                        </p:par>
                      </p:childTnLst>
                    </p:cTn>
                  </p:par>
                  <p:par>
                    <p:cTn fill="hold" id="9">
                      <p:stCondLst>
                        <p:cond delay="indefinite"/>
                      </p:stCondLst>
                      <p:childTnLst>
                        <p:par>
                          <p:cTn fill="hold" id="10">
                            <p:stCondLst>
                              <p:cond delay="0"/>
                            </p:stCondLst>
                            <p:childTnLst>
                              <p:par>
                                <p:cTn fill="hold" id="11" nodeType="clickEffect" presetClass="entr" presetID="1" presetSubtype="0">
                                  <p:stCondLst>
                                    <p:cond delay="0"/>
                                  </p:stCondLst>
                                  <p:childTnLst>
                                    <p:set>
                                      <p:cBhvr>
                                        <p:cTn dur="1" fill="hold" id="12">
                                          <p:stCondLst>
                                            <p:cond delay="0"/>
                                          </p:stCondLst>
                                        </p:cTn>
                                        <p:tgtEl>
                                          <p:spTgt spid="2097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68" name=""/>
        <p:cNvGrpSpPr/>
        <p:nvPr/>
      </p:nvGrpSpPr>
      <p:grpSpPr>
        <a:xfrm>
          <a:off x="0" y="0"/>
          <a:ext cx="0" cy="0"/>
          <a:chOff x="0" y="0"/>
          <a:chExt cx="0" cy="0"/>
        </a:xfrm>
      </p:grpSpPr>
      <p:sp>
        <p:nvSpPr>
          <p:cNvPr id="1048697" name="AutoShape 2"/>
          <p:cNvSpPr>
            <a:spLocks noChangeAspect="1" noChangeArrowheads="1"/>
          </p:cNvSpPr>
          <p:nvPr/>
        </p:nvSpPr>
        <p:spPr bwMode="auto">
          <a:xfrm>
            <a:off x="5943600" y="3276600"/>
            <a:ext cx="304800" cy="304800"/>
          </a:xfrm>
          <a:prstGeom prst="rect"/>
          <a:noFill/>
        </p:spPr>
        <p:txBody>
          <a:bodyPr anchor="t" anchorCtr="0" bIns="45720" compatLnSpc="1" lIns="91440" numCol="1" rIns="91440" tIns="45720" vert="horz" wrap="square"/>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prstClr val="black"/>
              </a:solidFill>
              <a:effectLst/>
              <a:uLnTx/>
              <a:uFillTx/>
              <a:latin typeface="等线" panose="02010600030101010101" charset="-122"/>
              <a:ea typeface="等线" panose="02010600030101010101" charset="-122"/>
              <a:cs typeface="+mn-cs"/>
            </a:endParaRPr>
          </a:p>
        </p:txBody>
      </p:sp>
      <p:sp>
        <p:nvSpPr>
          <p:cNvPr id="1048698" name="文本框 8"/>
          <p:cNvSpPr txBox="1"/>
          <p:nvPr/>
        </p:nvSpPr>
        <p:spPr>
          <a:xfrm>
            <a:off x="1066809" y="668305"/>
            <a:ext cx="1160780" cy="485139"/>
          </a:xfrm>
          <a:prstGeom prst="rect"/>
          <a:noFill/>
        </p:spPr>
        <p:txBody>
          <a:bodyPr rtlCol="0" wrap="none">
            <a:spAutoFit/>
          </a:bodyPr>
          <a:p>
            <a:pPr algn="l" defTabSz="914400" eaLnBrk="1" fontAlgn="auto" hangingPunct="1" indent="0" latinLnBrk="0" lvl="0" marL="0" marR="0" rtl="0">
              <a:lnSpc>
                <a:spcPct val="100000"/>
              </a:lnSpc>
              <a:spcBef>
                <a:spcPts val="0"/>
              </a:spcBef>
              <a:spcAft>
                <a:spcPts val="0"/>
              </a:spcAft>
              <a:buClrTx/>
              <a:buSzTx/>
              <a:buFontTx/>
              <a:buNone/>
            </a:pPr>
            <a:r>
              <a:rPr altLang="zh-CN" baseline="0" b="1" cap="none" dirty="0" sz="2400" i="0" kern="1200" kumimoji="0" lang="en-US" noProof="0" normalizeH="0" spc="0" strike="noStrike" u="none">
                <a:ln>
                  <a:noFill/>
                </a:ln>
                <a:solidFill>
                  <a:schemeClr val="bg1"/>
                </a:solidFill>
                <a:effectLst>
                  <a:outerShdw algn="tl" blurRad="38100" dir="2700000" dist="38100">
                    <a:srgbClr val="000000">
                      <a:alpha val="43137"/>
                    </a:srgbClr>
                  </a:outerShdw>
                </a:effectLst>
                <a:uLnTx/>
                <a:uFillTx/>
                <a:latin typeface="等线" panose="02010600030101010101" charset="-122"/>
                <a:ea typeface="等线" panose="02010600030101010101" charset="-122"/>
                <a:cs typeface="+mn-cs"/>
              </a:rPr>
              <a:t>NE555</a:t>
            </a:r>
            <a:endParaRPr altLang="zh-CN" baseline="0" b="1" cap="none" dirty="0" sz="2400" i="0" kern="1200" kumimoji="0" lang="en-US" noProof="0" normalizeH="0" spc="0" strike="noStrike" u="none">
              <a:ln>
                <a:noFill/>
              </a:ln>
              <a:solidFill>
                <a:schemeClr val="bg1"/>
              </a:solidFill>
              <a:effectLst>
                <a:outerShdw algn="tl" blurRad="38100" dir="2700000" dist="38100">
                  <a:srgbClr val="000000">
                    <a:alpha val="43137"/>
                  </a:srgbClr>
                </a:outerShdw>
              </a:effectLst>
              <a:uLnTx/>
              <a:uFillTx/>
              <a:latin typeface="等线" panose="02010600030101010101" charset="-122"/>
              <a:ea typeface="等线" panose="02010600030101010101" charset="-122"/>
              <a:cs typeface="+mn-cs"/>
            </a:endParaRPr>
          </a:p>
        </p:txBody>
      </p:sp>
      <p:sp>
        <p:nvSpPr>
          <p:cNvPr id="1048699" name="文本框 16"/>
          <p:cNvSpPr txBox="1"/>
          <p:nvPr/>
        </p:nvSpPr>
        <p:spPr>
          <a:xfrm>
            <a:off x="1066933" y="1353984"/>
            <a:ext cx="9392653" cy="4028440"/>
          </a:xfrm>
          <a:prstGeom prst="rect"/>
          <a:solidFill>
            <a:schemeClr val="tx1"/>
          </a:solidFill>
        </p:spPr>
        <p:txBody>
          <a:bodyPr wrap="square">
            <a:spAutoFit/>
          </a:bodyPr>
          <a:p>
            <a:pPr algn="l" defTabSz="914400" eaLnBrk="1" fontAlgn="auto" hangingPunct="1" indent="0" latinLnBrk="0" lvl="0" marL="0" marR="0" rtl="0">
              <a:lnSpc>
                <a:spcPct val="100000"/>
              </a:lnSpc>
              <a:spcBef>
                <a:spcPts val="0"/>
              </a:spcBef>
              <a:spcAft>
                <a:spcPts val="0"/>
              </a:spcAft>
              <a:buClrTx/>
              <a:buSzTx/>
              <a:buFontTx/>
              <a:buNone/>
            </a:pPr>
            <a:r>
              <a:rPr altLang="en-US" baseline="0" b="0" cap="none" dirty="0" sz="2400" i="0" kern="1200" kumimoji="0" lang="zh-CN" noProof="0" normalizeH="0" spc="0" strike="noStrike" u="none">
                <a:ln>
                  <a:noFill/>
                </a:ln>
                <a:solidFill>
                  <a:schemeClr val="bg1"/>
                </a:solidFill>
                <a:effectLst/>
                <a:uLnTx/>
                <a:uFillTx/>
                <a:latin typeface="等线" panose="02010600030101010101" charset="-122"/>
                <a:ea typeface="等线" panose="02010600030101010101" charset="-122"/>
                <a:cs typeface="+mn-cs"/>
              </a:rPr>
              <a:t>一款时基芯片：即能产生时间基准的芯片</a:t>
            </a:r>
            <a:endParaRPr altLang="en-US" baseline="0" b="0" cap="none" dirty="0" sz="2400" i="0" kern="1200" kumimoji="0" lang="zh-CN" noProof="0" normalizeH="0" spc="0" strike="noStrike" u="none">
              <a:ln>
                <a:noFill/>
              </a:ln>
              <a:solidFill>
                <a:schemeClr val="bg1"/>
              </a:solidFill>
              <a:effectLst/>
              <a:uLnTx/>
              <a:uFillTx/>
              <a:latin typeface="等线" panose="02010600030101010101" charset="-122"/>
              <a:ea typeface="等线" panose="02010600030101010101" charset="-122"/>
              <a:cs typeface="+mn-cs"/>
            </a:endParaRPr>
          </a:p>
          <a:p>
            <a:pPr algn="l" defTabSz="914400" eaLnBrk="1" fontAlgn="auto" hangingPunct="1" indent="0" latinLnBrk="0" lvl="0" marL="0" marR="0" rtl="0">
              <a:lnSpc>
                <a:spcPct val="100000"/>
              </a:lnSpc>
              <a:spcBef>
                <a:spcPts val="0"/>
              </a:spcBef>
              <a:spcAft>
                <a:spcPts val="0"/>
              </a:spcAft>
              <a:buClrTx/>
              <a:buSzTx/>
              <a:buFontTx/>
              <a:buNone/>
            </a:pPr>
            <a:r>
              <a:rPr altLang="en-US" dirty="0" sz="2400" lang="zh-CN">
                <a:solidFill>
                  <a:schemeClr val="bg1"/>
                </a:solidFill>
                <a:sym typeface="+mn-ea"/>
              </a:rPr>
              <a:t>主要特点</a:t>
            </a:r>
            <a:endParaRPr altLang="en-US" dirty="0" sz="2400" lang="zh-CN">
              <a:solidFill>
                <a:schemeClr val="bg1"/>
              </a:solidFill>
            </a:endParaRPr>
          </a:p>
          <a:p>
            <a:pPr algn="l" defTabSz="914400" eaLnBrk="1" fontAlgn="auto" hangingPunct="1" indent="0" latinLnBrk="0" lvl="0" marL="0" marR="0" rtl="0">
              <a:lnSpc>
                <a:spcPct val="100000"/>
              </a:lnSpc>
              <a:spcBef>
                <a:spcPts val="0"/>
              </a:spcBef>
              <a:spcAft>
                <a:spcPts val="0"/>
              </a:spcAft>
              <a:buClrTx/>
              <a:buSzTx/>
              <a:buFontTx/>
              <a:buNone/>
            </a:pPr>
            <a:r>
              <a:rPr altLang="en-US" dirty="0" sz="2400" lang="zh-CN">
                <a:solidFill>
                  <a:schemeClr val="bg1"/>
                </a:solidFill>
                <a:sym typeface="+mn-ea"/>
              </a:rPr>
              <a:t>1、只需简单的电阻器、电容器，即可完成特定的振荡延时作用。其延时范围极广，可由几微秒至几小时之久 。</a:t>
            </a:r>
            <a:endParaRPr altLang="en-US" dirty="0" sz="2400" lang="zh-CN">
              <a:solidFill>
                <a:schemeClr val="bg1"/>
              </a:solidFill>
            </a:endParaRPr>
          </a:p>
          <a:p>
            <a:pPr algn="l" defTabSz="914400" eaLnBrk="1" fontAlgn="auto" hangingPunct="1" indent="0" latinLnBrk="0" lvl="0" marL="0" marR="0" rtl="0">
              <a:lnSpc>
                <a:spcPct val="100000"/>
              </a:lnSpc>
              <a:spcBef>
                <a:spcPts val="0"/>
              </a:spcBef>
              <a:spcAft>
                <a:spcPts val="0"/>
              </a:spcAft>
              <a:buClrTx/>
              <a:buSzTx/>
              <a:buFontTx/>
              <a:buNone/>
            </a:pPr>
            <a:r>
              <a:rPr altLang="en-US" dirty="0" sz="2400" lang="zh-CN">
                <a:solidFill>
                  <a:schemeClr val="bg1"/>
                </a:solidFill>
                <a:sym typeface="+mn-ea"/>
              </a:rPr>
              <a:t>2、可与TTL（</a:t>
            </a:r>
            <a:r>
              <a:rPr altLang="zh-CN" dirty="0" sz="2400" lang="en-US">
                <a:solidFill>
                  <a:schemeClr val="bg1"/>
                </a:solidFill>
                <a:sym typeface="+mn-ea"/>
              </a:rPr>
              <a:t>Transistor - Transistor Logic</a:t>
            </a:r>
            <a:r>
              <a:rPr altLang="en-US" dirty="0" sz="2400" lang="zh-CN">
                <a:solidFill>
                  <a:schemeClr val="bg1"/>
                </a:solidFill>
                <a:sym typeface="+mn-ea"/>
              </a:rPr>
              <a:t>）等逻辑电路配合。也就是它的输出电平和输入触发电平，均能与这些逻辑电路的高、低电平匹配 。</a:t>
            </a:r>
            <a:endParaRPr altLang="en-US" dirty="0" sz="2400" lang="zh-CN">
              <a:solidFill>
                <a:schemeClr val="bg1"/>
              </a:solidFill>
            </a:endParaRPr>
          </a:p>
          <a:p>
            <a:pPr algn="l" defTabSz="914400" eaLnBrk="1" fontAlgn="auto" hangingPunct="1" indent="0" latinLnBrk="0" lvl="0" marL="0" marR="0" rtl="0">
              <a:lnSpc>
                <a:spcPct val="100000"/>
              </a:lnSpc>
              <a:spcBef>
                <a:spcPts val="0"/>
              </a:spcBef>
              <a:spcAft>
                <a:spcPts val="0"/>
              </a:spcAft>
              <a:buClrTx/>
              <a:buSzTx/>
              <a:buFontTx/>
              <a:buNone/>
            </a:pPr>
            <a:r>
              <a:rPr altLang="en-US" dirty="0" sz="2400" lang="zh-CN">
                <a:solidFill>
                  <a:schemeClr val="bg1"/>
                </a:solidFill>
                <a:sym typeface="+mn-ea"/>
              </a:rPr>
              <a:t>3、其输出端的供给电流大，可直接推动多种自动控制的负载 。</a:t>
            </a:r>
            <a:endParaRPr altLang="en-US" dirty="0" sz="2400" lang="zh-CN">
              <a:solidFill>
                <a:schemeClr val="bg1"/>
              </a:solidFill>
            </a:endParaRPr>
          </a:p>
          <a:p>
            <a:pPr algn="l" defTabSz="914400" eaLnBrk="1" fontAlgn="auto" hangingPunct="1" indent="0" latinLnBrk="0" lvl="0" marL="0" marR="0" rtl="0">
              <a:lnSpc>
                <a:spcPct val="100000"/>
              </a:lnSpc>
              <a:spcBef>
                <a:spcPts val="0"/>
              </a:spcBef>
              <a:spcAft>
                <a:spcPts val="0"/>
              </a:spcAft>
              <a:buClrTx/>
              <a:buSzTx/>
              <a:buFontTx/>
              <a:buNone/>
            </a:pPr>
            <a:r>
              <a:rPr altLang="en-US" dirty="0" sz="2400" lang="zh-CN">
                <a:solidFill>
                  <a:schemeClr val="bg1"/>
                </a:solidFill>
                <a:sym typeface="+mn-ea"/>
              </a:rPr>
              <a:t>4、它的计时精确度高、温度稳定度佳，且价格便宜</a:t>
            </a:r>
            <a:r>
              <a:rPr altLang="en-US" dirty="0" sz="2400" lang="zh-CN" noProof="0">
                <a:ln>
                  <a:noFill/>
                </a:ln>
                <a:solidFill>
                  <a:srgbClr val="E7E6E6"/>
                </a:solidFill>
                <a:effectLst/>
                <a:uLnTx/>
                <a:uFillTx/>
                <a:latin typeface="等线" panose="02010600030101010101" charset="-122"/>
                <a:ea typeface="等线" panose="02010600030101010101" charset="-122"/>
                <a:sym typeface="+mn-ea"/>
              </a:rPr>
              <a:t>。</a:t>
            </a:r>
            <a:endParaRPr altLang="en-US" dirty="0" sz="2400" lang="zh-CN">
              <a:solidFill>
                <a:schemeClr val="bg1"/>
              </a:solidFill>
            </a:endParaRPr>
          </a:p>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dirty="0" sz="2400" i="0" kern="1200" kumimoji="0" lang="zh-CN" noProof="0" normalizeH="0" spc="0" strike="noStrike" u="none">
              <a:ln>
                <a:noFill/>
              </a:ln>
              <a:solidFill>
                <a:schemeClr val="bg1"/>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71" name=""/>
        <p:cNvGrpSpPr/>
        <p:nvPr/>
      </p:nvGrpSpPr>
      <p:grpSpPr>
        <a:xfrm>
          <a:off x="0" y="0"/>
          <a:ext cx="0" cy="0"/>
          <a:chOff x="0" y="0"/>
          <a:chExt cx="0" cy="0"/>
        </a:xfrm>
      </p:grpSpPr>
      <p:sp>
        <p:nvSpPr>
          <p:cNvPr id="1048702" name="AutoShape 2"/>
          <p:cNvSpPr>
            <a:spLocks noChangeAspect="1" noChangeArrowheads="1"/>
          </p:cNvSpPr>
          <p:nvPr/>
        </p:nvSpPr>
        <p:spPr bwMode="auto">
          <a:xfrm>
            <a:off x="5943600" y="3276600"/>
            <a:ext cx="304800" cy="304800"/>
          </a:xfrm>
          <a:prstGeom prst="rect"/>
          <a:noFill/>
        </p:spPr>
        <p:txBody>
          <a:bodyPr anchor="t" anchorCtr="0" bIns="45720" compatLnSpc="1" lIns="91440" numCol="1" rIns="91440" tIns="45720" vert="horz" wrap="square"/>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prstClr val="black"/>
              </a:solidFill>
              <a:effectLst/>
              <a:uLnTx/>
              <a:uFillTx/>
              <a:latin typeface="等线" panose="02010600030101010101" charset="-122"/>
              <a:ea typeface="等线" panose="02010600030101010101" charset="-122"/>
              <a:cs typeface="+mn-cs"/>
            </a:endParaRPr>
          </a:p>
        </p:txBody>
      </p:sp>
      <p:pic>
        <p:nvPicPr>
          <p:cNvPr id="2097159" name="图片 10"/>
          <p:cNvPicPr>
            <a:picLocks noChangeAspect="1"/>
          </p:cNvPicPr>
          <p:nvPr/>
        </p:nvPicPr>
        <p:blipFill>
          <a:blip xmlns:r="http://schemas.openxmlformats.org/officeDocument/2006/relationships" r:embed="rId1"/>
          <a:stretch>
            <a:fillRect/>
          </a:stretch>
        </p:blipFill>
        <p:spPr>
          <a:xfrm>
            <a:off x="1124585" y="970280"/>
            <a:ext cx="9810115" cy="5419725"/>
          </a:xfrm>
          <a:prstGeom prst="rect"/>
        </p:spPr>
      </p:pic>
      <p:sp>
        <p:nvSpPr>
          <p:cNvPr id="1048703" name="文本框 1"/>
          <p:cNvSpPr txBox="1"/>
          <p:nvPr/>
        </p:nvSpPr>
        <p:spPr>
          <a:xfrm>
            <a:off x="1124597" y="210994"/>
            <a:ext cx="1808480" cy="624839"/>
          </a:xfrm>
          <a:prstGeom prst="rect"/>
          <a:noFill/>
        </p:spPr>
        <p:txBody>
          <a:bodyPr rtlCol="0" wrap="none">
            <a:spAutoFit/>
          </a:bodyPr>
          <a:p>
            <a:pPr algn="l" defTabSz="914400" eaLnBrk="1" fontAlgn="auto" hangingPunct="1" indent="0" latinLnBrk="0" lvl="0" marL="0" marR="0" rtl="0">
              <a:lnSpc>
                <a:spcPct val="100000"/>
              </a:lnSpc>
              <a:spcBef>
                <a:spcPts val="0"/>
              </a:spcBef>
              <a:spcAft>
                <a:spcPts val="0"/>
              </a:spcAft>
              <a:buClrTx/>
              <a:buSzTx/>
              <a:buFontTx/>
              <a:buNone/>
            </a:pPr>
            <a:r>
              <a:rPr altLang="en-US" baseline="0" b="0" cap="none" dirty="0" sz="3200" i="0" kern="1200" kumimoji="0" lang="zh-CN" noProof="0" normalizeH="0" spc="0" strike="noStrike" u="none">
                <a:ln>
                  <a:noFill/>
                </a:ln>
                <a:solidFill>
                  <a:prstClr val="white"/>
                </a:solidFill>
                <a:effectLst/>
                <a:uLnTx/>
                <a:uFillTx/>
                <a:latin typeface="等线" panose="02010600030101010101" charset="-122"/>
                <a:ea typeface="等线" panose="02010600030101010101" charset="-122"/>
                <a:cs typeface="+mn-cs"/>
              </a:rPr>
              <a:t>引脚</a:t>
            </a:r>
            <a:r>
              <a:rPr altLang="en-US" baseline="0" b="0" cap="none" dirty="0" sz="3200" i="0" kern="1200" kumimoji="0" lang="zh-CN" noProof="0" normalizeH="0" spc="0" strike="noStrike" u="none">
                <a:ln>
                  <a:noFill/>
                </a:ln>
                <a:solidFill>
                  <a:prstClr val="white"/>
                </a:solidFill>
                <a:effectLst/>
                <a:uLnTx/>
                <a:uFillTx/>
                <a:latin typeface="等线" panose="02010600030101010101" charset="-122"/>
                <a:ea typeface="等线" panose="02010600030101010101" charset="-122"/>
                <a:cs typeface="+mn-cs"/>
              </a:rPr>
              <a:t>定义</a:t>
            </a:r>
            <a:endParaRPr altLang="en-US" baseline="0" b="0" cap="none" dirty="0" sz="3200" i="0" kern="1200" kumimoji="0" lang="zh-CN" noProof="0" normalizeH="0" spc="0" strike="noStrike" u="none">
              <a:ln>
                <a:noFill/>
              </a:ln>
              <a:solidFill>
                <a:prstClr val="white"/>
              </a:solidFill>
              <a:effectLst/>
              <a:uLnTx/>
              <a:uFillTx/>
              <a:latin typeface="等线" panose="02010600030101010101" charset="-122"/>
              <a:ea typeface="等线" panose="02010600030101010101"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74" name=""/>
        <p:cNvGrpSpPr/>
        <p:nvPr/>
      </p:nvGrpSpPr>
      <p:grpSpPr>
        <a:xfrm/>
      </p:grpSpPr>
      <p:pic>
        <p:nvPicPr>
          <p:cNvPr id="2097160" name="NE555内部电路" descr="NE555.jpg"/>
          <p:cNvPicPr>
            <a:picLocks noChangeAspect="1"/>
          </p:cNvPicPr>
          <p:nvPr/>
        </p:nvPicPr>
        <p:blipFill>
          <a:blip xmlns:r="http://schemas.openxmlformats.org/officeDocument/2006/relationships" r:embed="rId1"/>
          <a:stretch>
            <a:fillRect/>
          </a:stretch>
        </p:blipFill>
        <p:spPr>
          <a:xfrm>
            <a:off x="518160" y="857167"/>
            <a:ext cx="11155680" cy="5143665"/>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75" name=""/>
        <p:cNvGrpSpPr/>
        <p:nvPr/>
      </p:nvGrpSpPr>
      <p:grpSpPr>
        <a:xfrm>
          <a:off x="0" y="0"/>
          <a:ext cx="0" cy="0"/>
          <a:chOff x="0" y="0"/>
          <a:chExt cx="0" cy="0"/>
        </a:xfrm>
      </p:grpSpPr>
      <p:sp>
        <p:nvSpPr>
          <p:cNvPr id="1048706" name="AutoShape 2"/>
          <p:cNvSpPr>
            <a:spLocks noChangeAspect="1" noChangeArrowheads="1"/>
          </p:cNvSpPr>
          <p:nvPr/>
        </p:nvSpPr>
        <p:spPr bwMode="auto">
          <a:xfrm>
            <a:off x="5943600" y="3276600"/>
            <a:ext cx="304800" cy="304800"/>
          </a:xfrm>
          <a:prstGeom prst="rect"/>
          <a:noFill/>
        </p:spPr>
        <p:txBody>
          <a:bodyPr anchor="t" anchorCtr="0" bIns="45720" compatLnSpc="1" lIns="91440" numCol="1" rIns="91440" tIns="45720" vert="horz" wrap="square"/>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prstClr val="black"/>
              </a:solidFill>
              <a:effectLst/>
              <a:uLnTx/>
              <a:uFillTx/>
              <a:latin typeface="等线" panose="02010600030101010101" charset="-122"/>
              <a:ea typeface="等线" panose="02010600030101010101" charset="-122"/>
              <a:cs typeface="+mn-cs"/>
            </a:endParaRPr>
          </a:p>
        </p:txBody>
      </p:sp>
      <p:pic>
        <p:nvPicPr>
          <p:cNvPr id="2097161" name="图片 1"/>
          <p:cNvPicPr>
            <a:picLocks noChangeAspect="1" noChangeArrowheads="1"/>
          </p:cNvPicPr>
          <p:nvPr/>
        </p:nvPicPr>
        <p:blipFill>
          <a:blip xmlns:r="http://schemas.openxmlformats.org/officeDocument/2006/relationships" r:embed="rId1" cstate="print">
            <a:grayscl/>
          </a:blip>
          <a:srcRect/>
          <a:stretch>
            <a:fillRect/>
          </a:stretch>
        </p:blipFill>
        <p:spPr>
          <a:xfrm>
            <a:off x="1026795" y="922020"/>
            <a:ext cx="7797800" cy="3504565"/>
          </a:xfrm>
          <a:prstGeom prst="rect"/>
          <a:noFill/>
          <a:ln>
            <a:noFill/>
          </a:ln>
        </p:spPr>
      </p:pic>
      <p:sp>
        <p:nvSpPr>
          <p:cNvPr id="1048707" name="文本框 16"/>
          <p:cNvSpPr txBox="1"/>
          <p:nvPr/>
        </p:nvSpPr>
        <p:spPr>
          <a:xfrm>
            <a:off x="457200" y="4629150"/>
            <a:ext cx="2085975" cy="568960"/>
          </a:xfrm>
          <a:prstGeom prst="rect"/>
          <a:solidFill>
            <a:schemeClr val="tx1"/>
          </a:solidFill>
        </p:spPr>
        <p:txBody>
          <a:bodyPr wrap="square">
            <a:noAutofit/>
          </a:bodyPr>
          <a:p>
            <a:pPr algn="l" defTabSz="914400" eaLnBrk="1" fontAlgn="auto" hangingPunct="1" indent="0" latinLnBrk="0" lvl="0" marL="0" marR="0" rtl="0">
              <a:lnSpc>
                <a:spcPct val="100000"/>
              </a:lnSpc>
              <a:spcBef>
                <a:spcPts val="0"/>
              </a:spcBef>
              <a:spcAft>
                <a:spcPts val="0"/>
              </a:spcAft>
              <a:buClrTx/>
              <a:buSzTx/>
              <a:buFontTx/>
              <a:buNone/>
            </a:pPr>
            <a:r>
              <a:rPr altLang="zh-CN" baseline="0" b="0" cap="none" dirty="0" sz="2400" i="0" kern="1200" kumimoji="0" lang="en-US" noProof="0" normalizeH="0" spc="0" strike="noStrike" u="none">
                <a:ln>
                  <a:noFill/>
                </a:ln>
                <a:solidFill>
                  <a:schemeClr val="bg1"/>
                </a:solidFill>
                <a:effectLst/>
                <a:uLnTx/>
                <a:uFillTx/>
                <a:latin typeface="等线" panose="02010600030101010101" charset="-122"/>
                <a:ea typeface="等线" panose="02010600030101010101" charset="-122"/>
                <a:cs typeface="+mn-cs"/>
              </a:rPr>
              <a:t>RS</a:t>
            </a:r>
            <a:r>
              <a:rPr altLang="en-US" baseline="0" b="0" cap="none" dirty="0" sz="2400" i="0" kern="1200" kumimoji="0" lang="zh-CN" noProof="0" normalizeH="0" spc="0" strike="noStrike" u="none">
                <a:ln>
                  <a:noFill/>
                </a:ln>
                <a:solidFill>
                  <a:schemeClr val="bg1"/>
                </a:solidFill>
                <a:effectLst/>
                <a:uLnTx/>
                <a:uFillTx/>
                <a:latin typeface="等线" panose="02010600030101010101" charset="-122"/>
                <a:ea typeface="等线" panose="02010600030101010101" charset="-122"/>
                <a:cs typeface="+mn-cs"/>
              </a:rPr>
              <a:t>触发器特征：</a:t>
            </a:r>
            <a:endParaRPr altLang="en-US" baseline="0" b="0" cap="none" dirty="0" sz="2400" i="0" kern="1200" kumimoji="0" lang="zh-CN" noProof="0" normalizeH="0" spc="0" strike="noStrike" u="none">
              <a:ln>
                <a:noFill/>
              </a:ln>
              <a:solidFill>
                <a:schemeClr val="bg1"/>
              </a:solidFill>
              <a:effectLst/>
              <a:uLnTx/>
              <a:uFillTx/>
              <a:latin typeface="等线" panose="02010600030101010101" charset="-122"/>
              <a:ea typeface="等线" panose="02010600030101010101" charset="-122"/>
              <a:cs typeface="+mn-cs"/>
            </a:endParaRPr>
          </a:p>
        </p:txBody>
      </p:sp>
      <p:pic>
        <p:nvPicPr>
          <p:cNvPr id="2097162" name="图片 3"/>
          <p:cNvPicPr>
            <a:picLocks noChangeAspect="1" noChangeArrowheads="1"/>
          </p:cNvPicPr>
          <p:nvPr/>
        </p:nvPicPr>
        <p:blipFill>
          <a:blip xmlns:r="http://schemas.openxmlformats.org/officeDocument/2006/relationships" r:embed="rId2" cstate="print">
            <a:grayscl/>
          </a:blip>
          <a:srcRect l="4455" t="26641" r="56445" b="31505"/>
          <a:stretch>
            <a:fillRect/>
          </a:stretch>
        </p:blipFill>
        <p:spPr>
          <a:xfrm>
            <a:off x="2679700" y="4629150"/>
            <a:ext cx="4109085" cy="1976755"/>
          </a:xfrm>
          <a:prstGeom prst="rect"/>
          <a:noFill/>
          <a:ln>
            <a:noFill/>
          </a:ln>
        </p:spPr>
      </p:pic>
      <p:sp>
        <p:nvSpPr>
          <p:cNvPr id="1048708" name="TextBox 1"/>
          <p:cNvSpPr txBox="1"/>
          <p:nvPr/>
        </p:nvSpPr>
        <p:spPr>
          <a:xfrm>
            <a:off x="536959" y="134254"/>
            <a:ext cx="4617335" cy="764540"/>
          </a:xfrm>
          <a:prstGeom prst="rect"/>
          <a:noFill/>
        </p:spPr>
        <p:txBody>
          <a:bodyPr rtlCol="0" wrap="square">
            <a:spAutoFit/>
          </a:bodyPr>
          <a:p>
            <a:r>
              <a:rPr altLang="zh-CN" dirty="0" sz="4000" lang="en-US">
                <a:solidFill>
                  <a:schemeClr val="bg1"/>
                </a:solidFill>
              </a:rPr>
              <a:t>NE555</a:t>
            </a:r>
            <a:r>
              <a:rPr altLang="en-US" dirty="0" sz="4000" lang="zh-CN">
                <a:solidFill>
                  <a:schemeClr val="bg1"/>
                </a:solidFill>
              </a:rPr>
              <a:t>内部原理图：</a:t>
            </a:r>
            <a:endParaRPr altLang="en-US" dirty="0" sz="4000" lang="zh-CN">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78" name=""/>
        <p:cNvGrpSpPr/>
        <p:nvPr/>
      </p:nvGrpSpPr>
      <p:grpSpPr>
        <a:xfrm>
          <a:off x="0" y="0"/>
          <a:ext cx="0" cy="0"/>
          <a:chOff x="0" y="0"/>
          <a:chExt cx="0" cy="0"/>
        </a:xfrm>
      </p:grpSpPr>
      <p:sp>
        <p:nvSpPr>
          <p:cNvPr id="1048711" name="AutoShape 2"/>
          <p:cNvSpPr>
            <a:spLocks noChangeAspect="1" noChangeArrowheads="1"/>
          </p:cNvSpPr>
          <p:nvPr/>
        </p:nvSpPr>
        <p:spPr bwMode="auto">
          <a:xfrm>
            <a:off x="5943600" y="3276600"/>
            <a:ext cx="304800" cy="304800"/>
          </a:xfrm>
          <a:prstGeom prst="rect"/>
          <a:noFill/>
        </p:spPr>
        <p:txBody>
          <a:bodyPr anchor="t" anchorCtr="0" bIns="45720" compatLnSpc="1" lIns="91440" numCol="1" rIns="91440" tIns="45720" vert="horz" wrap="square"/>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prstClr val="black"/>
              </a:solidFill>
              <a:effectLst/>
              <a:uLnTx/>
              <a:uFillTx/>
              <a:latin typeface="等线" panose="02010600030101010101" charset="-122"/>
              <a:ea typeface="等线" panose="02010600030101010101" charset="-122"/>
              <a:cs typeface="+mn-cs"/>
            </a:endParaRPr>
          </a:p>
        </p:txBody>
      </p:sp>
      <p:sp>
        <p:nvSpPr>
          <p:cNvPr id="1048712" name="文本框 8"/>
          <p:cNvSpPr txBox="1"/>
          <p:nvPr/>
        </p:nvSpPr>
        <p:spPr>
          <a:xfrm>
            <a:off x="598814" y="207930"/>
            <a:ext cx="1706880" cy="460375"/>
          </a:xfrm>
          <a:prstGeom prst="rect"/>
          <a:noFill/>
        </p:spPr>
        <p:txBody>
          <a:bodyPr rtlCol="0" wrap="none">
            <a:spAutoFit/>
          </a:bodyPr>
          <a:p>
            <a:pPr algn="l" defTabSz="914400" eaLnBrk="1" fontAlgn="auto" hangingPunct="1" indent="0" latinLnBrk="0" lvl="0" marL="0" marR="0" rtl="0">
              <a:lnSpc>
                <a:spcPct val="100000"/>
              </a:lnSpc>
              <a:spcBef>
                <a:spcPts val="0"/>
              </a:spcBef>
              <a:spcAft>
                <a:spcPts val="0"/>
              </a:spcAft>
              <a:buClrTx/>
              <a:buSzTx/>
              <a:buFontTx/>
              <a:buNone/>
            </a:pPr>
            <a:r>
              <a:rPr altLang="en-US" baseline="0" b="1" cap="none" dirty="0" sz="2400" i="0" kern="1200" kumimoji="0" lang="zh-CN" noProof="0" normalizeH="0" spc="0" strike="noStrike" u="none">
                <a:ln>
                  <a:noFill/>
                </a:ln>
                <a:solidFill>
                  <a:srgbClr val="FFFF00"/>
                </a:solidFill>
                <a:effectLst>
                  <a:outerShdw algn="tl" blurRad="38100" dir="2700000" dist="38100">
                    <a:srgbClr val="000000">
                      <a:alpha val="43137"/>
                    </a:srgbClr>
                  </a:outerShdw>
                </a:effectLst>
                <a:uLnTx/>
                <a:uFillTx/>
                <a:latin typeface="等线" panose="02010600030101010101" charset="-122"/>
                <a:ea typeface="等线" panose="02010600030101010101" charset="-122"/>
                <a:cs typeface="+mn-cs"/>
              </a:rPr>
              <a:t>无稳态</a:t>
            </a:r>
            <a:r>
              <a:rPr altLang="en-US" baseline="0" b="1" cap="none" dirty="0" sz="2400" i="0" kern="1200" kumimoji="0" lang="zh-CN" noProof="0" normalizeH="0" spc="0" strike="noStrike" u="none">
                <a:ln>
                  <a:noFill/>
                </a:ln>
                <a:solidFill>
                  <a:srgbClr val="FFFF00"/>
                </a:solidFill>
                <a:effectLst>
                  <a:outerShdw algn="tl" blurRad="38100" dir="2700000" dist="38100">
                    <a:srgbClr val="000000">
                      <a:alpha val="43137"/>
                    </a:srgbClr>
                  </a:outerShdw>
                </a:effectLst>
                <a:uLnTx/>
                <a:uFillTx/>
                <a:latin typeface="等线" panose="02010600030101010101" charset="-122"/>
                <a:ea typeface="等线" panose="02010600030101010101" charset="-122"/>
                <a:cs typeface="+mn-cs"/>
              </a:rPr>
              <a:t>电路</a:t>
            </a:r>
            <a:endParaRPr altLang="en-US" baseline="0" b="1" cap="none" dirty="0" sz="2400" i="0" kern="1200" kumimoji="0" lang="zh-CN" noProof="0" normalizeH="0" spc="0" strike="noStrike" u="none">
              <a:ln>
                <a:noFill/>
              </a:ln>
              <a:solidFill>
                <a:srgbClr val="FFFF00"/>
              </a:solidFill>
              <a:effectLst>
                <a:outerShdw algn="tl" blurRad="38100" dir="2700000" dist="38100">
                  <a:srgbClr val="000000">
                    <a:alpha val="43137"/>
                  </a:srgbClr>
                </a:outerShdw>
              </a:effectLst>
              <a:uLnTx/>
              <a:uFillTx/>
              <a:latin typeface="等线" panose="02010600030101010101" charset="-122"/>
              <a:ea typeface="等线" panose="02010600030101010101" charset="-122"/>
              <a:cs typeface="+mn-cs"/>
            </a:endParaRPr>
          </a:p>
        </p:txBody>
      </p:sp>
      <p:sp>
        <p:nvSpPr>
          <p:cNvPr id="1048713" name="文本框 16"/>
          <p:cNvSpPr txBox="1"/>
          <p:nvPr/>
        </p:nvSpPr>
        <p:spPr>
          <a:xfrm>
            <a:off x="194310" y="922020"/>
            <a:ext cx="3510280" cy="5752465"/>
          </a:xfrm>
          <a:prstGeom prst="rect"/>
          <a:solidFill>
            <a:schemeClr val="tx1"/>
          </a:solidFill>
        </p:spPr>
        <p:txBody>
          <a:bodyPr wrap="square">
            <a:noAutofit/>
          </a:bodyPr>
          <a:p>
            <a:pPr algn="l" defTabSz="914400" eaLnBrk="1" fontAlgn="auto" hangingPunct="1" indent="0" latinLnBrk="0" lvl="0" marL="0" marR="0" rtl="0">
              <a:lnSpc>
                <a:spcPct val="100000"/>
              </a:lnSpc>
              <a:spcBef>
                <a:spcPts val="0"/>
              </a:spcBef>
              <a:spcAft>
                <a:spcPts val="0"/>
              </a:spcAft>
              <a:buClrTx/>
              <a:buSzTx/>
              <a:buFontTx/>
              <a:buNone/>
            </a:pPr>
            <a:r>
              <a:rPr altLang="en-US" baseline="0" b="0" cap="none" dirty="0" sz="2000" i="0" kern="1200" kumimoji="0" lang="zh-CN" noProof="0" normalizeH="0" spc="0" strike="noStrike" u="none">
                <a:ln>
                  <a:noFill/>
                </a:ln>
                <a:solidFill>
                  <a:schemeClr val="bg1"/>
                </a:solidFill>
                <a:effectLst/>
                <a:uLnTx/>
                <a:uFillTx/>
                <a:latin typeface="等线" panose="02010600030101010101" charset="-122"/>
                <a:ea typeface="等线" panose="02010600030101010101" charset="-122"/>
                <a:cs typeface="+mn-cs"/>
              </a:rPr>
              <a:t>电源通过</a:t>
            </a:r>
            <a:r>
              <a:rPr altLang="zh-CN" baseline="0" b="0" cap="none" dirty="0" sz="2000" i="0" kern="1200" kumimoji="0" lang="en-US" noProof="0" normalizeH="0" spc="0" strike="noStrike" u="none">
                <a:ln>
                  <a:noFill/>
                </a:ln>
                <a:solidFill>
                  <a:schemeClr val="bg1"/>
                </a:solidFill>
                <a:effectLst/>
                <a:uLnTx/>
                <a:uFillTx/>
                <a:latin typeface="等线" panose="02010600030101010101" charset="-122"/>
                <a:ea typeface="等线" panose="02010600030101010101" charset="-122"/>
                <a:cs typeface="+mn-cs"/>
              </a:rPr>
              <a:t>10K</a:t>
            </a:r>
            <a:r>
              <a:rPr altLang="en-US" baseline="0" b="0" cap="none" dirty="0" sz="2000" i="0" kern="1200" kumimoji="0" lang="zh-CN" noProof="0" normalizeH="0" spc="0" strike="noStrike" u="none">
                <a:ln>
                  <a:noFill/>
                </a:ln>
                <a:solidFill>
                  <a:schemeClr val="bg1"/>
                </a:solidFill>
                <a:effectLst/>
                <a:uLnTx/>
                <a:uFillTx/>
                <a:latin typeface="等线" panose="02010600030101010101" charset="-122"/>
                <a:ea typeface="等线" panose="02010600030101010101" charset="-122"/>
                <a:cs typeface="+mn-cs"/>
              </a:rPr>
              <a:t>电阻和</a:t>
            </a:r>
            <a:r>
              <a:rPr altLang="zh-CN" baseline="0" b="0" cap="none" dirty="0" sz="2000" i="0" kern="1200" kumimoji="0" lang="en-US" noProof="0" normalizeH="0" spc="0" strike="noStrike" u="none">
                <a:ln>
                  <a:noFill/>
                </a:ln>
                <a:solidFill>
                  <a:schemeClr val="bg1"/>
                </a:solidFill>
                <a:effectLst/>
                <a:uLnTx/>
                <a:uFillTx/>
                <a:latin typeface="等线" panose="02010600030101010101" charset="-122"/>
                <a:ea typeface="等线" panose="02010600030101010101" charset="-122"/>
                <a:cs typeface="+mn-cs"/>
              </a:rPr>
              <a:t>47K</a:t>
            </a:r>
            <a:r>
              <a:rPr altLang="en-US" baseline="0" b="0" cap="none" dirty="0" sz="2000" i="0" kern="1200" kumimoji="0" lang="zh-CN" noProof="0" normalizeH="0" spc="0" strike="noStrike" u="none">
                <a:ln>
                  <a:noFill/>
                </a:ln>
                <a:solidFill>
                  <a:schemeClr val="bg1"/>
                </a:solidFill>
                <a:effectLst/>
                <a:uLnTx/>
                <a:uFillTx/>
                <a:latin typeface="等线" panose="02010600030101010101" charset="-122"/>
                <a:ea typeface="等线" panose="02010600030101010101" charset="-122"/>
                <a:cs typeface="+mn-cs"/>
              </a:rPr>
              <a:t>电阻给电容充电，最初</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当电容两端电压低于</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1/3VCC</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时，</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S</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输入高电平，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R</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输入低电平，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Q</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输出高电平，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3</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脚输出高电平，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LED</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点亮；当电容两端电压高于</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1/3VCC</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，小于</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2/3VCC</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时，</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S</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输入低电平，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R</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输入低电平，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Q</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输出保持高电平不变，</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LED</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继续点亮；当电容两端电压高于</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2/3VCC</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S</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输入低电平，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R</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输入高电平，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Q</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输出低电平，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LED</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熄灭，</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Q</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非输出高电平，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npn</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导通，</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7</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脚接地电容两端电压通过</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47K</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电阻放电。直到电容两端电压再次低于</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1/3VCC</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时，</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Q</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再次输出高电平，</a:t>
            </a:r>
            <a:r>
              <a:rPr altLang="zh-CN" dirty="0" sz="2000" lang="en-US" noProof="0">
                <a:ln>
                  <a:noFill/>
                </a:ln>
                <a:solidFill>
                  <a:schemeClr val="bg1"/>
                </a:solidFill>
                <a:effectLst/>
                <a:uLnTx/>
                <a:uFillTx/>
                <a:latin typeface="等线" panose="02010600030101010101" charset="-122"/>
                <a:ea typeface="等线" panose="02010600030101010101" charset="-122"/>
                <a:sym typeface="+mn-ea"/>
              </a:rPr>
              <a:t>LED</a:t>
            </a:r>
            <a:r>
              <a:rPr altLang="en-US" dirty="0" sz="2000" lang="zh-CN" noProof="0">
                <a:ln>
                  <a:noFill/>
                </a:ln>
                <a:solidFill>
                  <a:schemeClr val="bg1"/>
                </a:solidFill>
                <a:effectLst/>
                <a:uLnTx/>
                <a:uFillTx/>
                <a:latin typeface="等线" panose="02010600030101010101" charset="-122"/>
                <a:ea typeface="等线" panose="02010600030101010101" charset="-122"/>
                <a:sym typeface="+mn-ea"/>
              </a:rPr>
              <a:t>再次点亮。</a:t>
            </a:r>
            <a:endParaRPr altLang="en-US" dirty="0" sz="2000" lang="zh-CN" noProof="0">
              <a:ln>
                <a:noFill/>
              </a:ln>
              <a:solidFill>
                <a:schemeClr val="bg1"/>
              </a:solidFill>
              <a:effectLst/>
              <a:uLnTx/>
              <a:uFillTx/>
              <a:latin typeface="等线" panose="02010600030101010101" charset="-122"/>
              <a:ea typeface="等线" panose="02010600030101010101" charset="-122"/>
              <a:sym typeface="+mn-ea"/>
            </a:endParaRPr>
          </a:p>
        </p:txBody>
      </p:sp>
      <p:pic>
        <p:nvPicPr>
          <p:cNvPr id="2097163" name="图片 1"/>
          <p:cNvPicPr>
            <a:picLocks noChangeAspect="1"/>
          </p:cNvPicPr>
          <p:nvPr/>
        </p:nvPicPr>
        <p:blipFill>
          <a:blip xmlns:r="http://schemas.openxmlformats.org/officeDocument/2006/relationships" r:embed="rId1"/>
          <a:stretch>
            <a:fillRect/>
          </a:stretch>
        </p:blipFill>
        <p:spPr>
          <a:xfrm>
            <a:off x="3890010" y="3006090"/>
            <a:ext cx="6991985" cy="3890645"/>
          </a:xfrm>
          <a:prstGeom prst="rect"/>
        </p:spPr>
      </p:pic>
      <p:pic>
        <p:nvPicPr>
          <p:cNvPr id="2097164" name="图片 1"/>
          <p:cNvPicPr>
            <a:picLocks noChangeAspect="1" noChangeArrowheads="1"/>
          </p:cNvPicPr>
          <p:nvPr/>
        </p:nvPicPr>
        <p:blipFill>
          <a:blip xmlns:r="http://schemas.openxmlformats.org/officeDocument/2006/relationships" r:embed="rId2" cstate="print">
            <a:grayscl/>
          </a:blip>
          <a:srcRect/>
          <a:stretch>
            <a:fillRect/>
          </a:stretch>
        </p:blipFill>
        <p:spPr>
          <a:xfrm>
            <a:off x="3890010" y="0"/>
            <a:ext cx="6688455" cy="3006090"/>
          </a:xfrm>
          <a:prstGeom prst="rect"/>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82" name=""/>
        <p:cNvGrpSpPr/>
        <p:nvPr/>
      </p:nvGrpSpPr>
      <p:grpSpPr>
        <a:xfrm>
          <a:off x="0" y="0"/>
          <a:ext cx="0" cy="0"/>
          <a:chOff x="0" y="0"/>
          <a:chExt cx="0" cy="0"/>
        </a:xfrm>
      </p:grpSpPr>
      <p:pic>
        <p:nvPicPr>
          <p:cNvPr id="2097165" name="图片 3" descr="QQ图片20191007223206"/>
          <p:cNvPicPr>
            <a:picLocks noChangeAspect="1"/>
          </p:cNvPicPr>
          <p:nvPr/>
        </p:nvPicPr>
        <p:blipFill>
          <a:blip xmlns:r="http://schemas.openxmlformats.org/officeDocument/2006/relationships" r:embed="rId1"/>
          <a:stretch>
            <a:fillRect/>
          </a:stretch>
        </p:blipFill>
        <p:spPr>
          <a:xfrm>
            <a:off x="10875392" y="5590540"/>
            <a:ext cx="1292225" cy="1267460"/>
          </a:xfrm>
          <a:prstGeom prst="rect"/>
        </p:spPr>
      </p:pic>
      <p:pic>
        <p:nvPicPr>
          <p:cNvPr id="2097166" name="图片 2"/>
          <p:cNvPicPr>
            <a:picLocks noChangeAspect="1"/>
          </p:cNvPicPr>
          <p:nvPr/>
        </p:nvPicPr>
        <p:blipFill>
          <a:blip xmlns:r="http://schemas.openxmlformats.org/officeDocument/2006/relationships" r:embed="rId2"/>
          <a:stretch>
            <a:fillRect/>
          </a:stretch>
        </p:blipFill>
        <p:spPr>
          <a:xfrm>
            <a:off x="1689735" y="948690"/>
            <a:ext cx="8812530" cy="5894705"/>
          </a:xfrm>
          <a:prstGeom prst="rect"/>
        </p:spPr>
      </p:pic>
      <p:sp>
        <p:nvSpPr>
          <p:cNvPr id="1048719" name="TextBox 1"/>
          <p:cNvSpPr txBox="1"/>
          <p:nvPr/>
        </p:nvSpPr>
        <p:spPr>
          <a:xfrm>
            <a:off x="159677" y="242118"/>
            <a:ext cx="5380854" cy="764539"/>
          </a:xfrm>
          <a:prstGeom prst="rect"/>
          <a:noFill/>
        </p:spPr>
        <p:txBody>
          <a:bodyPr rtlCol="0" wrap="square">
            <a:spAutoFit/>
          </a:bodyPr>
          <a:p>
            <a:r>
              <a:rPr altLang="en-US" dirty="0" sz="4000" lang="zh-CN">
                <a:solidFill>
                  <a:schemeClr val="bg1"/>
                </a:solidFill>
              </a:rPr>
              <a:t>多谐振荡器：</a:t>
            </a:r>
            <a:endParaRPr altLang="en-US" dirty="0" sz="4000" lang="zh-CN">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85" name=""/>
        <p:cNvGrpSpPr/>
        <p:nvPr/>
      </p:nvGrpSpPr>
      <p:grpSpPr>
        <a:xfrm>
          <a:off x="0" y="0"/>
          <a:ext cx="0" cy="0"/>
          <a:chOff x="0" y="0"/>
          <a:chExt cx="0" cy="0"/>
        </a:xfrm>
      </p:grpSpPr>
      <p:sp>
        <p:nvSpPr>
          <p:cNvPr id="1048722" name="AutoShape 2"/>
          <p:cNvSpPr>
            <a:spLocks noChangeAspect="1" noChangeArrowheads="1"/>
          </p:cNvSpPr>
          <p:nvPr/>
        </p:nvSpPr>
        <p:spPr bwMode="auto">
          <a:xfrm>
            <a:off x="5943600" y="3276600"/>
            <a:ext cx="304800" cy="304800"/>
          </a:xfrm>
          <a:prstGeom prst="rect"/>
          <a:noFill/>
        </p:spPr>
        <p:txBody>
          <a:bodyPr anchor="t" anchorCtr="0" bIns="45720" compatLnSpc="1" lIns="91440" numCol="1" rIns="91440" tIns="45720" vert="horz" wrap="square"/>
          <a:p>
            <a:pPr algn="l" defTabSz="914400" eaLnBrk="1" fontAlgn="auto" hangingPunct="1" indent="0" latinLnBrk="0" lvl="0" marL="0" marR="0" rtl="0">
              <a:lnSpc>
                <a:spcPct val="100000"/>
              </a:lnSpc>
              <a:spcBef>
                <a:spcPts val="0"/>
              </a:spcBef>
              <a:spcAft>
                <a:spcPts val="0"/>
              </a:spcAft>
              <a:buClrTx/>
              <a:buSzTx/>
              <a:buFontTx/>
              <a:buNone/>
            </a:pPr>
            <a:endParaRPr altLang="en-US" baseline="0" b="0" cap="none" sz="1800" i="0" kern="1200" kumimoji="0" lang="zh-CN" noProof="0" normalizeH="0" spc="0" strike="noStrike" u="none">
              <a:ln>
                <a:noFill/>
              </a:ln>
              <a:solidFill>
                <a:prstClr val="black"/>
              </a:solidFill>
              <a:effectLst/>
              <a:uLnTx/>
              <a:uFillTx/>
              <a:latin typeface="等线" panose="02010600030101010101" charset="-122"/>
              <a:ea typeface="等线" panose="02010600030101010101" charset="-122"/>
              <a:cs typeface="+mn-cs"/>
            </a:endParaRPr>
          </a:p>
        </p:txBody>
      </p:sp>
      <p:sp>
        <p:nvSpPr>
          <p:cNvPr id="1048723" name="标题 1"/>
          <p:cNvSpPr>
            <a:spLocks noGrp="1"/>
          </p:cNvSpPr>
          <p:nvPr>
            <p:ph type="ctrTitle"/>
          </p:nvPr>
        </p:nvSpPr>
        <p:spPr>
          <a:xfrm>
            <a:off x="250917" y="2122223"/>
            <a:ext cx="11386636" cy="1622227"/>
          </a:xfrm>
        </p:spPr>
        <p:txBody>
          <a:bodyPr>
            <a:normAutofit/>
          </a:bodyPr>
          <a:p>
            <a:pPr algn="ctr"/>
            <a:r>
              <a:rPr altLang="en-US" baseline="0" b="0" cap="all" dirty="0" sz="6600" i="0" kern="1200" kumimoji="0" lang="zh-CN" noProof="0" normalizeH="0" spc="0" strike="noStrike" u="none">
                <a:ln>
                  <a:noFill/>
                </a:ln>
                <a:solidFill>
                  <a:schemeClr val="bg1"/>
                </a:solidFill>
                <a:effectLst/>
                <a:uLnTx/>
                <a:uFillTx/>
                <a:latin typeface="华文新魏" panose="02010800040101010101" pitchFamily="2" charset="-122"/>
                <a:ea typeface="华文新魏" panose="02010800040101010101" pitchFamily="2" charset="-122"/>
              </a:rPr>
              <a:t>作业：叮咚</a:t>
            </a:r>
            <a:r>
              <a:rPr altLang="en-US" baseline="0" b="0" cap="all" dirty="0" sz="6600" i="0" kern="1200" kumimoji="0" lang="zh-CN" noProof="0" normalizeH="0" spc="0" strike="noStrike" u="none">
                <a:ln>
                  <a:noFill/>
                </a:ln>
                <a:solidFill>
                  <a:schemeClr val="bg1"/>
                </a:solidFill>
                <a:effectLst/>
                <a:uLnTx/>
                <a:uFillTx/>
                <a:latin typeface="华文新魏" panose="02010800040101010101" pitchFamily="2" charset="-122"/>
                <a:ea typeface="华文新魏" panose="02010800040101010101" pitchFamily="2" charset="-122"/>
              </a:rPr>
              <a:t>门铃</a:t>
            </a:r>
            <a:endParaRPr altLang="en-US" baseline="0" b="0" cap="all" dirty="0" sz="6600" i="0" kern="1200" kumimoji="0" lang="zh-CN" noProof="0" normalizeH="0" spc="0" strike="noStrike" u="none">
              <a:ln>
                <a:noFill/>
              </a:ln>
              <a:solidFill>
                <a:schemeClr val="bg1"/>
              </a:solidFill>
              <a:effectLst/>
              <a:uLnTx/>
              <a:uFillTx/>
              <a:latin typeface="华文新魏" panose="02010800040101010101" pitchFamily="2" charset="-122"/>
              <a:ea typeface="华文新魏" panose="0201080004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88" name=""/>
        <p:cNvGrpSpPr/>
        <p:nvPr/>
      </p:nvGrpSpPr>
      <p:grpSpPr>
        <a:xfrm>
          <a:off x="0" y="0"/>
          <a:ext cx="0" cy="0"/>
          <a:chOff x="0" y="0"/>
          <a:chExt cx="0" cy="0"/>
        </a:xfrm>
      </p:grpSpPr>
      <p:pic>
        <p:nvPicPr>
          <p:cNvPr id="2097167" name="图片 3" descr="QQ图片20191007223206"/>
          <p:cNvPicPr>
            <a:picLocks noChangeAspect="1"/>
          </p:cNvPicPr>
          <p:nvPr/>
        </p:nvPicPr>
        <p:blipFill>
          <a:blip xmlns:r="http://schemas.openxmlformats.org/officeDocument/2006/relationships" r:embed="rId1"/>
          <a:stretch>
            <a:fillRect/>
          </a:stretch>
        </p:blipFill>
        <p:spPr>
          <a:xfrm>
            <a:off x="0" y="5590540"/>
            <a:ext cx="1292225" cy="1267460"/>
          </a:xfrm>
          <a:prstGeom prst="rect"/>
          <a:noFill/>
        </p:spPr>
      </p:pic>
      <p:sp>
        <p:nvSpPr>
          <p:cNvPr id="1048726" name="TextBox 1"/>
          <p:cNvSpPr txBox="1"/>
          <p:nvPr/>
        </p:nvSpPr>
        <p:spPr>
          <a:xfrm>
            <a:off x="2126874" y="4075331"/>
            <a:ext cx="2628006" cy="764540"/>
          </a:xfrm>
          <a:prstGeom prst="rect"/>
          <a:solidFill>
            <a:schemeClr val="tx1"/>
          </a:solidFill>
        </p:spPr>
        <p:txBody>
          <a:bodyPr rtlCol="0" wrap="square">
            <a:spAutoFit/>
          </a:bodyPr>
          <a:p>
            <a:r>
              <a:rPr altLang="en-US" dirty="0" sz="4000" lang="zh-CN">
                <a:solidFill>
                  <a:schemeClr val="bg1"/>
                </a:solidFill>
              </a:rPr>
              <a:t>叮咚门铃：</a:t>
            </a:r>
            <a:endParaRPr altLang="en-US" dirty="0" sz="4000" lang="zh-CN">
              <a:solidFill>
                <a:schemeClr val="bg1"/>
              </a:solidFill>
            </a:endParaRPr>
          </a:p>
        </p:txBody>
      </p:sp>
      <p:sp>
        <p:nvSpPr>
          <p:cNvPr id="1048727" name="文本框 6"/>
          <p:cNvSpPr txBox="1"/>
          <p:nvPr/>
        </p:nvSpPr>
        <p:spPr>
          <a:xfrm>
            <a:off x="-64872" y="0"/>
            <a:ext cx="12256872" cy="3634740"/>
          </a:xfrm>
          <a:prstGeom prst="rect"/>
          <a:solidFill>
            <a:schemeClr val="tx1"/>
          </a:solidFill>
        </p:spPr>
        <p:txBody>
          <a:bodyPr rtlCol="0" wrap="square">
            <a:spAutoFit/>
          </a:bodyPr>
          <a:p>
            <a:r>
              <a:rPr altLang="en-US" dirty="0" sz="2400" lang="zh-CN">
                <a:solidFill>
                  <a:schemeClr val="bg1"/>
                </a:solidFill>
              </a:rPr>
              <a:t>原理简介：</a:t>
            </a:r>
            <a:endParaRPr altLang="en-US" dirty="0" sz="2400" lang="zh-CN">
              <a:solidFill>
                <a:schemeClr val="bg1"/>
              </a:solidFill>
            </a:endParaRPr>
          </a:p>
          <a:p>
            <a:r>
              <a:rPr altLang="zh-CN" dirty="0" sz="2400" lang="en-US">
                <a:solidFill>
                  <a:schemeClr val="bg1"/>
                </a:solidFill>
              </a:rPr>
              <a:t>	</a:t>
            </a:r>
            <a:r>
              <a:rPr altLang="en-US" dirty="0" sz="2400" lang="zh-CN">
                <a:solidFill>
                  <a:schemeClr val="bg1"/>
                </a:solidFill>
              </a:rPr>
              <a:t>开关未按下时，</a:t>
            </a:r>
            <a:r>
              <a:rPr altLang="zh-CN" dirty="0" sz="2400" lang="en-US">
                <a:solidFill>
                  <a:schemeClr val="bg1"/>
                </a:solidFill>
              </a:rPr>
              <a:t>NE555</a:t>
            </a:r>
            <a:r>
              <a:rPr altLang="en-US" dirty="0" sz="2400" lang="zh-CN">
                <a:solidFill>
                  <a:schemeClr val="bg1"/>
                </a:solidFill>
              </a:rPr>
              <a:t>的</a:t>
            </a:r>
            <a:r>
              <a:rPr altLang="zh-CN" dirty="0" sz="2400" lang="en-US">
                <a:solidFill>
                  <a:schemeClr val="bg1"/>
                </a:solidFill>
              </a:rPr>
              <a:t>4</a:t>
            </a:r>
            <a:r>
              <a:rPr altLang="en-US" dirty="0" sz="2400" lang="zh-CN">
                <a:solidFill>
                  <a:schemeClr val="bg1"/>
                </a:solidFill>
              </a:rPr>
              <a:t>脚通过</a:t>
            </a:r>
            <a:r>
              <a:rPr altLang="zh-CN" dirty="0" sz="2400" lang="en-US">
                <a:solidFill>
                  <a:schemeClr val="bg1"/>
                </a:solidFill>
              </a:rPr>
              <a:t>R4</a:t>
            </a:r>
            <a:r>
              <a:rPr altLang="en-US" dirty="0" sz="2400" lang="zh-CN">
                <a:solidFill>
                  <a:schemeClr val="bg1"/>
                </a:solidFill>
              </a:rPr>
              <a:t>接地，</a:t>
            </a:r>
            <a:r>
              <a:rPr altLang="zh-CN" dirty="0" sz="2400" lang="en-US">
                <a:solidFill>
                  <a:schemeClr val="bg1"/>
                </a:solidFill>
              </a:rPr>
              <a:t>IC</a:t>
            </a:r>
            <a:r>
              <a:rPr altLang="en-US" dirty="0" sz="2400" lang="zh-CN">
                <a:solidFill>
                  <a:schemeClr val="bg1"/>
                </a:solidFill>
              </a:rPr>
              <a:t>处于复位状态，</a:t>
            </a:r>
            <a:r>
              <a:rPr altLang="zh-CN" dirty="0" sz="2400" lang="en-US">
                <a:solidFill>
                  <a:schemeClr val="bg1"/>
                </a:solidFill>
              </a:rPr>
              <a:t>3</a:t>
            </a:r>
            <a:r>
              <a:rPr altLang="en-US" dirty="0" sz="2400" lang="zh-CN">
                <a:solidFill>
                  <a:schemeClr val="bg1"/>
                </a:solidFill>
              </a:rPr>
              <a:t>脚输出低电平，扬声器无声。</a:t>
            </a:r>
            <a:endParaRPr altLang="zh-CN" dirty="0" sz="2400" lang="en-US">
              <a:solidFill>
                <a:schemeClr val="bg1"/>
              </a:solidFill>
            </a:endParaRPr>
          </a:p>
          <a:p>
            <a:r>
              <a:rPr altLang="zh-CN" dirty="0" sz="2400" lang="en-US">
                <a:solidFill>
                  <a:schemeClr val="bg1"/>
                </a:solidFill>
              </a:rPr>
              <a:t>     </a:t>
            </a:r>
            <a:r>
              <a:rPr altLang="en-US" dirty="0" sz="2400" lang="zh-CN">
                <a:solidFill>
                  <a:schemeClr val="bg1"/>
                </a:solidFill>
              </a:rPr>
              <a:t>当按下</a:t>
            </a:r>
            <a:r>
              <a:rPr altLang="zh-CN" dirty="0" sz="2400" lang="en-US">
                <a:solidFill>
                  <a:schemeClr val="bg1"/>
                </a:solidFill>
              </a:rPr>
              <a:t>KEY</a:t>
            </a:r>
            <a:r>
              <a:rPr altLang="en-US" dirty="0" sz="2400" lang="zh-CN">
                <a:solidFill>
                  <a:schemeClr val="bg1"/>
                </a:solidFill>
              </a:rPr>
              <a:t>时，</a:t>
            </a:r>
            <a:r>
              <a:rPr altLang="zh-CN" dirty="0" sz="2400" lang="en-US">
                <a:solidFill>
                  <a:schemeClr val="bg1"/>
                </a:solidFill>
              </a:rPr>
              <a:t>VCC</a:t>
            </a:r>
            <a:r>
              <a:rPr altLang="en-US" dirty="0" sz="2400" lang="zh-CN">
                <a:solidFill>
                  <a:schemeClr val="bg1"/>
                </a:solidFill>
              </a:rPr>
              <a:t>通过</a:t>
            </a:r>
            <a:r>
              <a:rPr altLang="zh-CN" dirty="0" sz="2400" lang="en-US">
                <a:solidFill>
                  <a:schemeClr val="bg1"/>
                </a:solidFill>
              </a:rPr>
              <a:t>D</a:t>
            </a:r>
            <a:r>
              <a:rPr altLang="zh-CN" dirty="0" sz="2400" lang="en-US">
                <a:solidFill>
                  <a:schemeClr val="bg1"/>
                </a:solidFill>
              </a:rPr>
              <a:t>1</a:t>
            </a:r>
            <a:r>
              <a:rPr altLang="en-US" dirty="0" sz="2400" lang="zh-CN">
                <a:solidFill>
                  <a:schemeClr val="bg1"/>
                </a:solidFill>
              </a:rPr>
              <a:t>向</a:t>
            </a:r>
            <a:r>
              <a:rPr altLang="zh-CN" dirty="0" sz="2400" lang="en-US">
                <a:solidFill>
                  <a:schemeClr val="bg1"/>
                </a:solidFill>
              </a:rPr>
              <a:t>R2</a:t>
            </a:r>
            <a:r>
              <a:rPr altLang="en-US" dirty="0" sz="2400" lang="zh-CN">
                <a:solidFill>
                  <a:schemeClr val="bg1"/>
                </a:solidFill>
              </a:rPr>
              <a:t>、</a:t>
            </a:r>
            <a:r>
              <a:rPr altLang="zh-CN" dirty="0" sz="2400" lang="en-US">
                <a:solidFill>
                  <a:schemeClr val="bg1"/>
                </a:solidFill>
              </a:rPr>
              <a:t>R3</a:t>
            </a:r>
            <a:r>
              <a:rPr altLang="en-US" dirty="0" sz="2400" lang="zh-CN">
                <a:solidFill>
                  <a:schemeClr val="bg1"/>
                </a:solidFill>
              </a:rPr>
              <a:t>、</a:t>
            </a:r>
            <a:r>
              <a:rPr altLang="zh-CN" dirty="0" sz="2400" lang="en-US">
                <a:solidFill>
                  <a:schemeClr val="bg1"/>
                </a:solidFill>
              </a:rPr>
              <a:t>C</a:t>
            </a:r>
            <a:r>
              <a:rPr altLang="zh-CN" dirty="0" sz="2400" lang="en-US">
                <a:solidFill>
                  <a:schemeClr val="bg1"/>
                </a:solidFill>
              </a:rPr>
              <a:t>3</a:t>
            </a:r>
            <a:r>
              <a:rPr altLang="en-US" dirty="0" sz="2400" lang="zh-CN">
                <a:solidFill>
                  <a:schemeClr val="bg1"/>
                </a:solidFill>
              </a:rPr>
              <a:t>振荡网络提供工作电压，此时</a:t>
            </a:r>
            <a:r>
              <a:rPr altLang="zh-CN" dirty="0" sz="2400" lang="en-US">
                <a:solidFill>
                  <a:schemeClr val="bg1"/>
                </a:solidFill>
              </a:rPr>
              <a:t>R1</a:t>
            </a:r>
            <a:r>
              <a:rPr altLang="en-US" dirty="0" sz="2400" lang="zh-CN">
                <a:solidFill>
                  <a:schemeClr val="bg1"/>
                </a:solidFill>
              </a:rPr>
              <a:t>与</a:t>
            </a:r>
            <a:r>
              <a:rPr altLang="zh-CN" dirty="0" sz="2400" lang="en-US">
                <a:solidFill>
                  <a:schemeClr val="bg1"/>
                </a:solidFill>
              </a:rPr>
              <a:t>KEY</a:t>
            </a:r>
            <a:r>
              <a:rPr altLang="en-US" dirty="0" sz="2400" lang="zh-CN">
                <a:solidFill>
                  <a:schemeClr val="bg1"/>
                </a:solidFill>
              </a:rPr>
              <a:t>和</a:t>
            </a:r>
            <a:r>
              <a:rPr altLang="zh-CN" dirty="0" sz="2400" lang="en-US">
                <a:solidFill>
                  <a:schemeClr val="bg1"/>
                </a:solidFill>
              </a:rPr>
              <a:t>D</a:t>
            </a:r>
            <a:r>
              <a:rPr altLang="zh-CN" dirty="0" sz="2400" lang="en-US">
                <a:solidFill>
                  <a:schemeClr val="bg1"/>
                </a:solidFill>
              </a:rPr>
              <a:t>1</a:t>
            </a:r>
            <a:r>
              <a:rPr altLang="en-US" dirty="0" sz="2400" lang="zh-CN">
                <a:solidFill>
                  <a:schemeClr val="bg1"/>
                </a:solidFill>
              </a:rPr>
              <a:t>呈并联电路，使总电阻变小，</a:t>
            </a:r>
            <a:r>
              <a:rPr altLang="zh-CN" dirty="0" sz="2400" lang="en-US">
                <a:solidFill>
                  <a:schemeClr val="bg1"/>
                </a:solidFill>
              </a:rPr>
              <a:t>555</a:t>
            </a:r>
            <a:r>
              <a:rPr altLang="en-US" dirty="0" sz="2400" lang="zh-CN">
                <a:solidFill>
                  <a:schemeClr val="bg1"/>
                </a:solidFill>
              </a:rPr>
              <a:t>振荡频率变高，产生叮声。</a:t>
            </a:r>
            <a:endParaRPr altLang="zh-CN" dirty="0" sz="2400" lang="en-US">
              <a:solidFill>
                <a:schemeClr val="bg1"/>
              </a:solidFill>
            </a:endParaRPr>
          </a:p>
          <a:p>
            <a:r>
              <a:rPr altLang="zh-CN" dirty="0" sz="2400" lang="en-US">
                <a:solidFill>
                  <a:schemeClr val="bg1"/>
                </a:solidFill>
              </a:rPr>
              <a:t>     </a:t>
            </a:r>
            <a:r>
              <a:rPr altLang="en-US" dirty="0" sz="2400" lang="zh-CN">
                <a:solidFill>
                  <a:schemeClr val="bg1"/>
                </a:solidFill>
              </a:rPr>
              <a:t>当松开</a:t>
            </a:r>
            <a:r>
              <a:rPr altLang="zh-CN" dirty="0" sz="2400" lang="en-US">
                <a:solidFill>
                  <a:schemeClr val="bg1"/>
                </a:solidFill>
              </a:rPr>
              <a:t>KEY</a:t>
            </a:r>
            <a:r>
              <a:rPr altLang="en-US" dirty="0" sz="2400" lang="zh-CN">
                <a:solidFill>
                  <a:schemeClr val="bg1"/>
                </a:solidFill>
              </a:rPr>
              <a:t>时，由于</a:t>
            </a:r>
            <a:r>
              <a:rPr altLang="zh-CN" dirty="0" sz="2400" lang="en-US">
                <a:solidFill>
                  <a:schemeClr val="bg1"/>
                </a:solidFill>
              </a:rPr>
              <a:t>E</a:t>
            </a:r>
            <a:r>
              <a:rPr altLang="zh-CN" dirty="0" sz="2400" lang="en-US">
                <a:solidFill>
                  <a:schemeClr val="bg1"/>
                </a:solidFill>
              </a:rPr>
              <a:t>1</a:t>
            </a:r>
            <a:r>
              <a:rPr altLang="en-US" dirty="0" sz="2400" lang="zh-CN">
                <a:solidFill>
                  <a:schemeClr val="bg1"/>
                </a:solidFill>
              </a:rPr>
              <a:t>上的电荷通过</a:t>
            </a:r>
            <a:r>
              <a:rPr altLang="zh-CN" dirty="0" sz="2400" lang="en-US">
                <a:solidFill>
                  <a:schemeClr val="bg1"/>
                </a:solidFill>
              </a:rPr>
              <a:t>R4</a:t>
            </a:r>
            <a:r>
              <a:rPr altLang="en-US" dirty="0" sz="2400" lang="zh-CN">
                <a:solidFill>
                  <a:schemeClr val="bg1"/>
                </a:solidFill>
              </a:rPr>
              <a:t>放电，使</a:t>
            </a:r>
            <a:r>
              <a:rPr altLang="zh-CN" dirty="0" sz="2400" lang="en-US">
                <a:solidFill>
                  <a:schemeClr val="bg1"/>
                </a:solidFill>
              </a:rPr>
              <a:t>555</a:t>
            </a:r>
            <a:r>
              <a:rPr altLang="en-US" dirty="0" sz="2400" lang="zh-CN">
                <a:solidFill>
                  <a:schemeClr val="bg1"/>
                </a:solidFill>
              </a:rPr>
              <a:t>的</a:t>
            </a:r>
            <a:r>
              <a:rPr altLang="zh-CN" dirty="0" sz="2400" lang="en-US">
                <a:solidFill>
                  <a:schemeClr val="bg1"/>
                </a:solidFill>
              </a:rPr>
              <a:t>4</a:t>
            </a:r>
            <a:r>
              <a:rPr altLang="en-US" dirty="0" sz="2400" lang="zh-CN">
                <a:solidFill>
                  <a:schemeClr val="bg1"/>
                </a:solidFill>
              </a:rPr>
              <a:t>脚仍为高电平，</a:t>
            </a:r>
            <a:r>
              <a:rPr altLang="zh-CN" dirty="0" sz="2400" lang="en-US">
                <a:solidFill>
                  <a:schemeClr val="bg1"/>
                </a:solidFill>
              </a:rPr>
              <a:t>555</a:t>
            </a:r>
            <a:r>
              <a:rPr altLang="en-US" dirty="0" sz="2400" lang="zh-CN">
                <a:solidFill>
                  <a:schemeClr val="bg1"/>
                </a:solidFill>
              </a:rPr>
              <a:t>仍将维持振荡状态，此时由</a:t>
            </a:r>
            <a:r>
              <a:rPr altLang="zh-CN" dirty="0" sz="2400" lang="en-US">
                <a:solidFill>
                  <a:schemeClr val="bg1"/>
                </a:solidFill>
              </a:rPr>
              <a:t>R1,R2,R3,C</a:t>
            </a:r>
            <a:r>
              <a:rPr altLang="zh-CN" dirty="0" sz="2400" lang="en-US">
                <a:solidFill>
                  <a:schemeClr val="bg1"/>
                </a:solidFill>
              </a:rPr>
              <a:t>3</a:t>
            </a:r>
            <a:r>
              <a:rPr altLang="en-US" dirty="0" sz="2400" lang="zh-CN">
                <a:solidFill>
                  <a:schemeClr val="bg1"/>
                </a:solidFill>
              </a:rPr>
              <a:t>等组成的网络使振荡频率变低，产生咚声。随着</a:t>
            </a:r>
            <a:r>
              <a:rPr altLang="zh-CN" dirty="0" sz="2400" lang="en-US">
                <a:solidFill>
                  <a:schemeClr val="bg1"/>
                </a:solidFill>
              </a:rPr>
              <a:t>E</a:t>
            </a:r>
            <a:r>
              <a:rPr altLang="zh-CN" dirty="0" sz="2400" lang="en-US">
                <a:solidFill>
                  <a:schemeClr val="bg1"/>
                </a:solidFill>
              </a:rPr>
              <a:t>1</a:t>
            </a:r>
            <a:r>
              <a:rPr altLang="en-US" dirty="0" sz="2400" lang="zh-CN">
                <a:solidFill>
                  <a:schemeClr val="bg1"/>
                </a:solidFill>
              </a:rPr>
              <a:t>逐渐放电，直到</a:t>
            </a:r>
            <a:r>
              <a:rPr altLang="zh-CN" dirty="0" sz="2400" lang="en-US">
                <a:solidFill>
                  <a:schemeClr val="bg1"/>
                </a:solidFill>
              </a:rPr>
              <a:t>5554</a:t>
            </a:r>
            <a:r>
              <a:rPr altLang="en-US" dirty="0" sz="2400" lang="zh-CN">
                <a:solidFill>
                  <a:schemeClr val="bg1"/>
                </a:solidFill>
              </a:rPr>
              <a:t>脚为低电平的时候，</a:t>
            </a:r>
            <a:r>
              <a:rPr altLang="zh-CN" dirty="0" sz="2400" lang="en-US">
                <a:solidFill>
                  <a:schemeClr val="bg1"/>
                </a:solidFill>
              </a:rPr>
              <a:t>555</a:t>
            </a:r>
            <a:r>
              <a:rPr altLang="en-US" dirty="0" sz="2400" lang="zh-CN">
                <a:solidFill>
                  <a:schemeClr val="bg1"/>
                </a:solidFill>
              </a:rPr>
              <a:t>再次复位，停止振荡，扬声器无声。</a:t>
            </a:r>
            <a:endParaRPr altLang="zh-CN" dirty="0" sz="2400" lang="en-US">
              <a:solidFill>
                <a:schemeClr val="bg1"/>
              </a:solidFill>
            </a:endParaRPr>
          </a:p>
          <a:p>
            <a:pPr indent="457200"/>
            <a:r>
              <a:rPr altLang="en-US" dirty="0" sz="2400" lang="zh-CN">
                <a:solidFill>
                  <a:schemeClr val="bg1"/>
                </a:solidFill>
              </a:rPr>
              <a:t>再次按下</a:t>
            </a:r>
            <a:r>
              <a:rPr altLang="zh-CN" dirty="0" sz="2400" lang="en-US">
                <a:solidFill>
                  <a:schemeClr val="bg1"/>
                </a:solidFill>
              </a:rPr>
              <a:t>KEY</a:t>
            </a:r>
            <a:r>
              <a:rPr altLang="en-US" dirty="0" sz="2400" lang="zh-CN">
                <a:solidFill>
                  <a:schemeClr val="bg1"/>
                </a:solidFill>
              </a:rPr>
              <a:t>时，将重复上述步骤</a:t>
            </a:r>
            <a:r>
              <a:rPr altLang="zh-CN" dirty="0" sz="2400" lang="en-US">
                <a:solidFill>
                  <a:schemeClr val="bg1"/>
                </a:solidFill>
              </a:rPr>
              <a:t>.</a:t>
            </a:r>
            <a:endParaRPr altLang="en-US" dirty="0" sz="2400" lang="zh-CN">
              <a:solidFill>
                <a:schemeClr val="bg1"/>
              </a:solidFill>
            </a:endParaRPr>
          </a:p>
        </p:txBody>
      </p:sp>
      <p:pic>
        <p:nvPicPr>
          <p:cNvPr id="2097168" name="图片 13" descr="C:/Users/ASUS/Pictures/Screenshots/屏幕截图 2026-10-22 205846.png屏幕截图 2026-10-22 205846"/>
          <p:cNvPicPr>
            <a:picLocks noChangeAspect="1"/>
          </p:cNvPicPr>
          <p:nvPr/>
        </p:nvPicPr>
        <p:blipFill>
          <a:blip xmlns:r="http://schemas.openxmlformats.org/officeDocument/2006/relationships" r:embed="rId2"/>
          <a:srcRect l="620" r="773"/>
          <a:stretch>
            <a:fillRect/>
          </a:stretch>
        </p:blipFill>
        <p:spPr>
          <a:xfrm>
            <a:off x="5782310" y="2983865"/>
            <a:ext cx="6409690" cy="3874135"/>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91" name=""/>
        <p:cNvGrpSpPr/>
        <p:nvPr/>
      </p:nvGrpSpPr>
      <p:grpSpPr>
        <a:xfrm>
          <a:off x="0" y="0"/>
          <a:ext cx="0" cy="0"/>
          <a:chOff x="0" y="0"/>
          <a:chExt cx="0" cy="0"/>
        </a:xfrm>
      </p:grpSpPr>
      <p:pic>
        <p:nvPicPr>
          <p:cNvPr id="2097169" name="图片 3" descr="QQ图片20191007223206"/>
          <p:cNvPicPr>
            <a:picLocks noChangeAspect="1"/>
          </p:cNvPicPr>
          <p:nvPr/>
        </p:nvPicPr>
        <p:blipFill>
          <a:blip xmlns:r="http://schemas.openxmlformats.org/officeDocument/2006/relationships" r:embed="rId1"/>
          <a:stretch>
            <a:fillRect/>
          </a:stretch>
        </p:blipFill>
        <p:spPr>
          <a:xfrm>
            <a:off x="10906125" y="5590540"/>
            <a:ext cx="1292225" cy="1267460"/>
          </a:xfrm>
          <a:prstGeom prst="rect"/>
        </p:spPr>
      </p:pic>
      <p:sp>
        <p:nvSpPr>
          <p:cNvPr id="1048730" name="文本框 8"/>
          <p:cNvSpPr txBox="1"/>
          <p:nvPr/>
        </p:nvSpPr>
        <p:spPr>
          <a:xfrm>
            <a:off x="5340096" y="6128221"/>
            <a:ext cx="2495550" cy="701039"/>
          </a:xfrm>
          <a:prstGeom prst="rect"/>
          <a:solidFill>
            <a:schemeClr val="tx1"/>
          </a:solidFill>
        </p:spPr>
        <p:txBody>
          <a:bodyPr rtlCol="0" wrap="square">
            <a:spAutoFit/>
          </a:bodyPr>
          <a:p>
            <a:r>
              <a:rPr altLang="en-US" dirty="0" sz="3600" lang="zh-CN">
                <a:solidFill>
                  <a:schemeClr val="bg1"/>
                </a:solidFill>
              </a:rPr>
              <a:t>单稳态电路</a:t>
            </a:r>
            <a:endParaRPr altLang="en-US" dirty="0" sz="3600" lang="zh-CN">
              <a:solidFill>
                <a:schemeClr val="bg1"/>
              </a:solidFill>
            </a:endParaRPr>
          </a:p>
        </p:txBody>
      </p:sp>
      <p:sp>
        <p:nvSpPr>
          <p:cNvPr id="1048731" name="文本框 1"/>
          <p:cNvSpPr txBox="1"/>
          <p:nvPr/>
        </p:nvSpPr>
        <p:spPr>
          <a:xfrm>
            <a:off x="218542" y="426873"/>
            <a:ext cx="1607820" cy="606425"/>
          </a:xfrm>
          <a:prstGeom prst="rect"/>
          <a:solidFill>
            <a:schemeClr val="tx1"/>
          </a:solidFill>
        </p:spPr>
        <p:txBody>
          <a:bodyPr rtlCol="0" wrap="square">
            <a:noAutofit/>
          </a:bodyPr>
          <a:p>
            <a:r>
              <a:rPr altLang="en-US" dirty="0" sz="3600" lang="zh-CN">
                <a:solidFill>
                  <a:schemeClr val="bg1"/>
                </a:solidFill>
              </a:rPr>
              <a:t>思考题</a:t>
            </a:r>
            <a:endParaRPr altLang="en-US" dirty="0" sz="3600" lang="zh-CN">
              <a:solidFill>
                <a:schemeClr val="bg1"/>
              </a:solidFill>
            </a:endParaRPr>
          </a:p>
        </p:txBody>
      </p:sp>
      <p:pic>
        <p:nvPicPr>
          <p:cNvPr id="2097170" name="图片 4"/>
          <p:cNvPicPr>
            <a:picLocks noChangeAspect="1"/>
          </p:cNvPicPr>
          <p:nvPr/>
        </p:nvPicPr>
        <p:blipFill>
          <a:blip xmlns:r="http://schemas.openxmlformats.org/officeDocument/2006/relationships" r:embed="rId2"/>
          <a:stretch>
            <a:fillRect/>
          </a:stretch>
        </p:blipFill>
        <p:spPr>
          <a:xfrm>
            <a:off x="1473200" y="1227455"/>
            <a:ext cx="9245600" cy="4610100"/>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92" name=""/>
        <p:cNvGrpSpPr/>
        <p:nvPr/>
      </p:nvGrpSpPr>
      <p:grpSpPr>
        <a:xfrm>
          <a:off x="0" y="0"/>
          <a:ext cx="0" cy="0"/>
          <a:chOff x="0" y="0"/>
          <a:chExt cx="0" cy="0"/>
        </a:xfrm>
      </p:grpSpPr>
      <p:pic>
        <p:nvPicPr>
          <p:cNvPr id="2097171" name="图片 3" descr="QQ图片20191007223206"/>
          <p:cNvPicPr>
            <a:picLocks noChangeAspect="1"/>
          </p:cNvPicPr>
          <p:nvPr/>
        </p:nvPicPr>
        <p:blipFill>
          <a:blip xmlns:r="http://schemas.openxmlformats.org/officeDocument/2006/relationships" r:embed="rId1"/>
          <a:stretch>
            <a:fillRect/>
          </a:stretch>
        </p:blipFill>
        <p:spPr>
          <a:xfrm>
            <a:off x="10906125" y="5590540"/>
            <a:ext cx="1292225" cy="1267460"/>
          </a:xfrm>
          <a:prstGeom prst="rect"/>
        </p:spPr>
      </p:pic>
      <p:sp>
        <p:nvSpPr>
          <p:cNvPr id="1048732" name="文本框 8"/>
          <p:cNvSpPr txBox="1"/>
          <p:nvPr/>
        </p:nvSpPr>
        <p:spPr>
          <a:xfrm>
            <a:off x="5340096" y="6128221"/>
            <a:ext cx="2495550" cy="701039"/>
          </a:xfrm>
          <a:prstGeom prst="rect"/>
          <a:solidFill>
            <a:schemeClr val="tx1"/>
          </a:solidFill>
        </p:spPr>
        <p:txBody>
          <a:bodyPr rtlCol="0" wrap="square">
            <a:spAutoFit/>
          </a:bodyPr>
          <a:p>
            <a:r>
              <a:rPr altLang="en-US" dirty="0" sz="3600" lang="zh-CN">
                <a:solidFill>
                  <a:schemeClr val="bg1"/>
                </a:solidFill>
              </a:rPr>
              <a:t>双稳态电路</a:t>
            </a:r>
            <a:endParaRPr altLang="en-US" dirty="0" sz="3600" lang="zh-CN">
              <a:solidFill>
                <a:schemeClr val="bg1"/>
              </a:solidFill>
            </a:endParaRPr>
          </a:p>
        </p:txBody>
      </p:sp>
      <p:sp>
        <p:nvSpPr>
          <p:cNvPr id="1048733" name="文本框 1"/>
          <p:cNvSpPr txBox="1"/>
          <p:nvPr/>
        </p:nvSpPr>
        <p:spPr>
          <a:xfrm>
            <a:off x="218542" y="426873"/>
            <a:ext cx="1607820" cy="606425"/>
          </a:xfrm>
          <a:prstGeom prst="rect"/>
          <a:solidFill>
            <a:schemeClr val="tx1"/>
          </a:solidFill>
        </p:spPr>
        <p:txBody>
          <a:bodyPr rtlCol="0" wrap="square">
            <a:noAutofit/>
          </a:bodyPr>
          <a:p>
            <a:r>
              <a:rPr altLang="en-US" dirty="0" sz="3600" lang="zh-CN">
                <a:solidFill>
                  <a:schemeClr val="bg1"/>
                </a:solidFill>
              </a:rPr>
              <a:t>思考题</a:t>
            </a:r>
            <a:endParaRPr altLang="en-US" dirty="0" sz="3600" lang="zh-CN">
              <a:solidFill>
                <a:schemeClr val="bg1"/>
              </a:solidFill>
            </a:endParaRPr>
          </a:p>
        </p:txBody>
      </p:sp>
      <p:pic>
        <p:nvPicPr>
          <p:cNvPr id="2097172" name="图片 4"/>
          <p:cNvPicPr>
            <a:picLocks noChangeAspect="1"/>
          </p:cNvPicPr>
          <p:nvPr/>
        </p:nvPicPr>
        <p:blipFill>
          <a:blip xmlns:r="http://schemas.openxmlformats.org/officeDocument/2006/relationships" r:embed="rId2"/>
          <a:stretch>
            <a:fillRect/>
          </a:stretch>
        </p:blipFill>
        <p:spPr>
          <a:xfrm>
            <a:off x="1320165" y="1304290"/>
            <a:ext cx="9218930" cy="4619625"/>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97" name=""/>
        <p:cNvGrpSpPr/>
        <p:nvPr/>
      </p:nvGrpSpPr>
      <p:grpSpPr>
        <a:xfrm>
          <a:off x="0" y="0"/>
          <a:ext cx="0" cy="0"/>
          <a:chOff x="0" y="0"/>
          <a:chExt cx="0" cy="0"/>
        </a:xfrm>
      </p:grpSpPr>
      <p:sp>
        <p:nvSpPr>
          <p:cNvPr id="1048790" name="标题 1"/>
          <p:cNvSpPr txBox="1"/>
          <p:nvPr/>
        </p:nvSpPr>
        <p:spPr>
          <a:xfrm>
            <a:off x="4641702" y="2379132"/>
            <a:ext cx="7280031" cy="1172839"/>
          </a:xfrm>
          <a:prstGeom prst="rect"/>
        </p:spPr>
        <p:txBody>
          <a:bodyPr anchor="ctr" bIns="45720" lIns="91440" rIns="91440" rtlCol="0" tIns="45720" vert="horz">
            <a:noAutofit/>
          </a:bodyPr>
          <a:lstStyle>
            <a:lvl1pPr algn="l" defTabSz="914400" eaLnBrk="1" hangingPunct="1" latinLnBrk="0" rtl="0">
              <a:lnSpc>
                <a:spcPct val="90000"/>
              </a:lnSpc>
              <a:spcBef>
                <a:spcPct val="0"/>
              </a:spcBef>
              <a:buNone/>
              <a:defRPr baseline="0" cap="all" sz="3600" kern="1200">
                <a:solidFill>
                  <a:schemeClr val="tx1"/>
                </a:solidFill>
                <a:latin typeface="+mj-lt"/>
                <a:ea typeface="+mj-ea"/>
                <a:cs typeface="+mj-cs"/>
              </a:defRPr>
            </a:lvl1pPr>
          </a:lstStyle>
          <a:p>
            <a:pPr algn="ctr"/>
            <a:r>
              <a:rPr altLang="zh-CN" b="1" dirty="0" sz="6000" lang="en-US">
                <a:solidFill>
                  <a:srgbClr val="FFFF00"/>
                </a:solidFill>
                <a:effectLst>
                  <a:outerShdw algn="tl" blurRad="38100" dir="2700000" dist="38100">
                    <a:srgbClr val="000000">
                      <a:alpha val="43137"/>
                    </a:srgbClr>
                  </a:outerShdw>
                </a:effectLst>
                <a:latin typeface="华文新魏" panose="02010800040101010101" pitchFamily="2" charset="-122"/>
                <a:ea typeface="华文新魏" panose="02010800040101010101" pitchFamily="2" charset="-122"/>
              </a:rPr>
              <a:t>26</a:t>
            </a:r>
            <a:r>
              <a:rPr altLang="en-US" b="1" dirty="0" sz="6000" lang="zh-CN">
                <a:solidFill>
                  <a:srgbClr val="FFFF00"/>
                </a:solidFill>
                <a:effectLst>
                  <a:outerShdw algn="tl" blurRad="38100" dir="2700000" dist="38100">
                    <a:srgbClr val="000000">
                      <a:alpha val="43137"/>
                    </a:srgbClr>
                  </a:outerShdw>
                </a:effectLst>
                <a:latin typeface="华文新魏" panose="02010800040101010101" pitchFamily="2" charset="-122"/>
                <a:ea typeface="华文新魏" panose="02010800040101010101" pitchFamily="2" charset="-122"/>
              </a:rPr>
              <a:t>新生</a:t>
            </a:r>
            <a:r>
              <a:rPr altLang="zh-CN" b="1" dirty="0" sz="6000" lang="en-US">
                <a:solidFill>
                  <a:srgbClr val="FFFF00"/>
                </a:solidFill>
                <a:effectLst>
                  <a:outerShdw algn="tl" blurRad="38100" dir="2700000" dist="38100">
                    <a:srgbClr val="000000">
                      <a:alpha val="43137"/>
                    </a:srgbClr>
                  </a:outerShdw>
                </a:effectLst>
                <a:latin typeface="华文新魏" panose="02010800040101010101" pitchFamily="2" charset="-122"/>
                <a:ea typeface="华文新魏" panose="02010800040101010101" pitchFamily="2" charset="-122"/>
              </a:rPr>
              <a:t>AD</a:t>
            </a:r>
            <a:r>
              <a:rPr altLang="en-US" b="1" dirty="0" sz="6000" lang="zh-CN">
                <a:solidFill>
                  <a:srgbClr val="FFFF00"/>
                </a:solidFill>
                <a:effectLst>
                  <a:outerShdw algn="tl" blurRad="38100" dir="2700000" dist="38100">
                    <a:srgbClr val="000000">
                      <a:alpha val="43137"/>
                    </a:srgbClr>
                  </a:outerShdw>
                </a:effectLst>
                <a:latin typeface="华文新魏" panose="02010800040101010101" pitchFamily="2" charset="-122"/>
                <a:ea typeface="华文新魏" panose="02010800040101010101" pitchFamily="2" charset="-122"/>
              </a:rPr>
              <a:t>使用培训</a:t>
            </a:r>
            <a:endParaRPr altLang="en-US" b="1" dirty="0" sz="6000" lang="zh-CN">
              <a:solidFill>
                <a:srgbClr val="FFFF00"/>
              </a:solidFill>
              <a:effectLst>
                <a:outerShdw algn="tl" blurRad="38100" dir="2700000" dist="38100">
                  <a:srgbClr val="000000">
                    <a:alpha val="43137"/>
                  </a:srgbClr>
                </a:outerShdw>
              </a:effectLst>
              <a:latin typeface="华文新魏" panose="02010800040101010101" pitchFamily="2" charset="-122"/>
              <a:ea typeface="华文新魏" panose="020108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00" name=""/>
        <p:cNvGrpSpPr/>
        <p:nvPr/>
      </p:nvGrpSpPr>
      <p:grpSpPr>
        <a:xfrm>
          <a:off x="0" y="0"/>
          <a:ext cx="0" cy="0"/>
          <a:chOff x="0" y="0"/>
          <a:chExt cx="0" cy="0"/>
        </a:xfrm>
      </p:grpSpPr>
      <p:pic>
        <p:nvPicPr>
          <p:cNvPr id="2097175" name="图片 3"/>
          <p:cNvPicPr>
            <a:picLocks noChangeAspect="1"/>
          </p:cNvPicPr>
          <p:nvPr/>
        </p:nvPicPr>
        <p:blipFill>
          <a:blip xmlns:r="http://schemas.openxmlformats.org/officeDocument/2006/relationships" r:embed="rId2"/>
          <a:stretch>
            <a:fillRect/>
          </a:stretch>
        </p:blipFill>
        <p:spPr>
          <a:xfrm>
            <a:off x="1664335" y="1626235"/>
            <a:ext cx="4079240" cy="3605530"/>
          </a:xfrm>
          <a:prstGeom prst="rect"/>
        </p:spPr>
      </p:pic>
      <p:pic>
        <p:nvPicPr>
          <p:cNvPr id="2097176" name="图片 4"/>
          <p:cNvPicPr>
            <a:picLocks/>
          </p:cNvPicPr>
          <p:nvPr/>
        </p:nvPicPr>
        <p:blipFill>
          <a:blip xmlns:r="http://schemas.openxmlformats.org/officeDocument/2006/relationships" r:embed="rId3"/>
          <a:stretch>
            <a:fillRect/>
          </a:stretch>
        </p:blipFill>
        <p:spPr>
          <a:xfrm>
            <a:off x="7021195" y="671195"/>
            <a:ext cx="2868295" cy="5339080"/>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03" name=""/>
        <p:cNvGrpSpPr/>
        <p:nvPr/>
      </p:nvGrpSpPr>
      <p:grpSpPr>
        <a:xfrm>
          <a:off x="0" y="0"/>
          <a:ext cx="0" cy="0"/>
          <a:chOff x="0" y="0"/>
          <a:chExt cx="0" cy="0"/>
        </a:xfrm>
      </p:grpSpPr>
      <p:sp>
        <p:nvSpPr>
          <p:cNvPr id="1048795" name="标题 1"/>
          <p:cNvSpPr>
            <a:spLocks noGrp="1"/>
          </p:cNvSpPr>
          <p:nvPr>
            <p:ph type="ctrTitle" idx="4294967295"/>
          </p:nvPr>
        </p:nvSpPr>
        <p:spPr>
          <a:xfrm>
            <a:off x="4642337" y="2379132"/>
            <a:ext cx="7280031" cy="1172839"/>
          </a:xfrm>
        </p:spPr>
        <p:txBody>
          <a:bodyPr>
            <a:noAutofit/>
          </a:bodyPr>
          <a:p>
            <a:pPr algn="ctr"/>
            <a:r>
              <a:rPr altLang="zh-CN" b="1" dirty="0" sz="6000" lang="en-US">
                <a:solidFill>
                  <a:srgbClr val="FFFF00"/>
                </a:solidFill>
                <a:effectLst>
                  <a:outerShdw algn="tl" blurRad="38100" dir="2700000" dist="38100">
                    <a:srgbClr val="000000">
                      <a:alpha val="43137"/>
                    </a:srgbClr>
                  </a:outerShdw>
                </a:effectLst>
                <a:latin typeface="华文新魏" panose="02010800040101010101" pitchFamily="2" charset="-122"/>
                <a:ea typeface="华文新魏" panose="02010800040101010101" pitchFamily="2" charset="-122"/>
              </a:rPr>
              <a:t>26</a:t>
            </a:r>
            <a:r>
              <a:rPr altLang="en-US" b="1" dirty="0" sz="6000" lang="zh-CN">
                <a:solidFill>
                  <a:srgbClr val="FFFF00"/>
                </a:solidFill>
                <a:effectLst>
                  <a:outerShdw algn="tl" blurRad="38100" dir="2700000" dist="38100">
                    <a:srgbClr val="000000">
                      <a:alpha val="43137"/>
                    </a:srgbClr>
                  </a:outerShdw>
                </a:effectLst>
                <a:latin typeface="华文新魏" panose="02010800040101010101" pitchFamily="2" charset="-122"/>
                <a:ea typeface="华文新魏" panose="02010800040101010101" pitchFamily="2" charset="-122"/>
              </a:rPr>
              <a:t>新生制板流程培训</a:t>
            </a:r>
            <a:endParaRPr altLang="en-US" b="1" dirty="0" sz="6000" lang="zh-CN">
              <a:solidFill>
                <a:srgbClr val="FFFF00"/>
              </a:solidFill>
              <a:effectLst>
                <a:outerShdw algn="tl" blurRad="38100" dir="2700000" dist="38100">
                  <a:srgbClr val="000000">
                    <a:alpha val="43137"/>
                  </a:srgbClr>
                </a:outerShdw>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xmlns:p14="http://schemas.microsoft.com/office/powerpoint/2010/main" spd="slow" p14:dur="4000">
        <p14:vortex dir="r"/>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04" name=""/>
        <p:cNvGrpSpPr/>
        <p:nvPr/>
      </p:nvGrpSpPr>
      <p:grpSpPr>
        <a:xfrm>
          <a:off x="0" y="0"/>
          <a:ext cx="0" cy="0"/>
          <a:chOff x="0" y="0"/>
          <a:chExt cx="0" cy="0"/>
        </a:xfrm>
      </p:grpSpPr>
      <p:pic>
        <p:nvPicPr>
          <p:cNvPr id="2097177" name="Picture 2" descr="C:\Users\HASEE\Desktop\制板流程\1-1.png1-1"/>
          <p:cNvPicPr>
            <a:picLocks noChangeAspect="1" noChangeArrowheads="1"/>
          </p:cNvPicPr>
          <p:nvPr/>
        </p:nvPicPr>
        <p:blipFill>
          <a:blip xmlns:r="http://schemas.openxmlformats.org/officeDocument/2006/relationships" r:embed="rId2"/>
          <a:srcRect/>
          <a:stretch>
            <a:fillRect/>
          </a:stretch>
        </p:blipFill>
        <p:spPr bwMode="auto">
          <a:xfrm>
            <a:off x="834534" y="1866758"/>
            <a:ext cx="5904230" cy="4428632"/>
          </a:xfrm>
          <a:prstGeom prst="rect"/>
          <a:noFill/>
        </p:spPr>
      </p:pic>
      <p:sp>
        <p:nvSpPr>
          <p:cNvPr id="1048796" name="文本框 3"/>
          <p:cNvSpPr txBox="1"/>
          <p:nvPr/>
        </p:nvSpPr>
        <p:spPr>
          <a:xfrm>
            <a:off x="3856990" y="562610"/>
            <a:ext cx="3723005" cy="891539"/>
          </a:xfrm>
          <a:prstGeom prst="rect"/>
          <a:solidFill>
            <a:srgbClr val="FF0000"/>
          </a:solidFill>
        </p:spPr>
        <p:txBody>
          <a:bodyPr rtlCol="0" wrap="square">
            <a:spAutoFit/>
          </a:bodyPr>
          <a:p>
            <a:pPr algn="ctr"/>
            <a:r>
              <a:rPr altLang="zh-CN" sz="4800" lang="en-US"/>
              <a:t>No.1</a:t>
            </a:r>
            <a:r>
              <a:rPr altLang="en-US" sz="4800" lang="zh-CN"/>
              <a:t> 打印</a:t>
            </a:r>
            <a:endParaRPr altLang="en-US" sz="4800" lang="zh-CN"/>
          </a:p>
        </p:txBody>
      </p:sp>
      <p:sp>
        <p:nvSpPr>
          <p:cNvPr id="1048797" name="矩形 1"/>
          <p:cNvSpPr/>
          <p:nvPr/>
        </p:nvSpPr>
        <p:spPr>
          <a:xfrm>
            <a:off x="6992223" y="2200708"/>
            <a:ext cx="4983480" cy="2758440"/>
          </a:xfrm>
          <a:prstGeom prst="rect"/>
          <a:noFill/>
        </p:spPr>
        <p:txBody>
          <a:bodyPr bIns="45720" lIns="91440" rIns="91440" tIns="45720" wrap="none">
            <a:spAutoFit/>
            <a:scene3d>
              <a:camera prst="orthographicFront"/>
              <a:lightRig dir="t" rig="harsh"/>
            </a:scene3d>
            <a:sp3d extrusionH="57150" prstMaterial="matte">
              <a:bevelT w="63500" h="12700" prst="angle"/>
              <a:contourClr>
                <a:schemeClr val="bg1">
                  <a:lumMod val="65000"/>
                </a:schemeClr>
              </a:contourClr>
            </a:sp3d>
          </a:bodyPr>
          <a:p>
            <a:pPr algn="ctr"/>
            <a:r>
              <a:rPr altLang="en-US" b="1" cap="none" dirty="0" sz="5400" lang="zh-CN" spc="0">
                <a:solidFill>
                  <a:schemeClr val="accent3"/>
                </a:solidFill>
                <a:effectLst/>
              </a:rPr>
              <a:t>注意</a:t>
            </a:r>
            <a:endParaRPr altLang="zh-CN" b="1" cap="none" dirty="0" sz="5400" lang="en-US" spc="0">
              <a:solidFill>
                <a:schemeClr val="accent3"/>
              </a:solidFill>
              <a:effectLst/>
            </a:endParaRPr>
          </a:p>
          <a:p>
            <a:pPr algn="ctr"/>
            <a:r>
              <a:rPr altLang="en-US" b="1" cap="none" dirty="0" sz="5400" lang="zh-CN" spc="0">
                <a:solidFill>
                  <a:schemeClr val="accent3"/>
                </a:solidFill>
                <a:effectLst/>
              </a:rPr>
              <a:t>看好了再打印！</a:t>
            </a:r>
            <a:endParaRPr altLang="zh-CN" b="1" cap="none" dirty="0" sz="5400" lang="en-US" spc="0">
              <a:solidFill>
                <a:schemeClr val="accent3"/>
              </a:solidFill>
              <a:effectLst/>
            </a:endParaRPr>
          </a:p>
          <a:p>
            <a:pPr algn="ctr"/>
            <a:r>
              <a:rPr altLang="en-US" b="1" dirty="0" sz="5400" lang="zh-CN">
                <a:solidFill>
                  <a:schemeClr val="accent3"/>
                </a:solidFill>
              </a:rPr>
              <a:t>垃圾带走</a:t>
            </a:r>
            <a:endParaRPr altLang="en-US" b="1" cap="none" dirty="0" sz="5400" lang="zh-CN" spc="0">
              <a:solidFill>
                <a:schemeClr val="accent3"/>
              </a:solidFill>
              <a:effectLst/>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05" name=""/>
        <p:cNvGrpSpPr/>
        <p:nvPr/>
      </p:nvGrpSpPr>
      <p:grpSpPr>
        <a:xfrm>
          <a:off x="0" y="0"/>
          <a:ext cx="0" cy="0"/>
          <a:chOff x="0" y="0"/>
          <a:chExt cx="0" cy="0"/>
        </a:xfrm>
      </p:grpSpPr>
      <p:pic>
        <p:nvPicPr>
          <p:cNvPr id="2097178" name="Picture 2" descr="C:\Users\HASEE\Desktop\制板流程\1-2.png1-2"/>
          <p:cNvPicPr>
            <a:picLocks noChangeAspect="1" noChangeArrowheads="1"/>
          </p:cNvPicPr>
          <p:nvPr/>
        </p:nvPicPr>
        <p:blipFill>
          <a:blip xmlns:r="http://schemas.openxmlformats.org/officeDocument/2006/relationships" r:embed="rId2"/>
          <a:srcRect/>
          <a:stretch>
            <a:fillRect/>
          </a:stretch>
        </p:blipFill>
        <p:spPr bwMode="auto">
          <a:xfrm>
            <a:off x="582862" y="1718935"/>
            <a:ext cx="5903595" cy="4427220"/>
          </a:xfrm>
          <a:prstGeom prst="rect"/>
          <a:noFill/>
        </p:spPr>
      </p:pic>
      <p:sp>
        <p:nvSpPr>
          <p:cNvPr id="1048798" name="文本框 3"/>
          <p:cNvSpPr txBox="1"/>
          <p:nvPr/>
        </p:nvSpPr>
        <p:spPr>
          <a:xfrm>
            <a:off x="3856990" y="562610"/>
            <a:ext cx="3723005" cy="891539"/>
          </a:xfrm>
          <a:prstGeom prst="rect"/>
          <a:solidFill>
            <a:srgbClr val="FF0000"/>
          </a:solidFill>
        </p:spPr>
        <p:txBody>
          <a:bodyPr rtlCol="0" wrap="square">
            <a:spAutoFit/>
          </a:bodyPr>
          <a:p>
            <a:pPr algn="ctr"/>
            <a:r>
              <a:rPr altLang="zh-CN" sz="4800" lang="en-US"/>
              <a:t>No.1</a:t>
            </a:r>
            <a:r>
              <a:rPr altLang="en-US" sz="4800" lang="zh-CN"/>
              <a:t> 打印</a:t>
            </a:r>
            <a:endParaRPr altLang="en-US" sz="4800" lang="zh-CN"/>
          </a:p>
        </p:txBody>
      </p:sp>
      <p:sp>
        <p:nvSpPr>
          <p:cNvPr id="1048799" name="文本框 1"/>
          <p:cNvSpPr txBox="1"/>
          <p:nvPr/>
        </p:nvSpPr>
        <p:spPr>
          <a:xfrm>
            <a:off x="1111323" y="3348980"/>
            <a:ext cx="3204210" cy="624840"/>
          </a:xfrm>
          <a:prstGeom prst="rect"/>
          <a:noFill/>
        </p:spPr>
        <p:txBody>
          <a:bodyPr rtlCol="0" wrap="square">
            <a:spAutoFit/>
          </a:bodyPr>
          <a:p>
            <a:pPr algn="ctr"/>
            <a:r>
              <a:rPr altLang="zh-CN" dirty="0" sz="3200" lang="en-US">
                <a:solidFill>
                  <a:schemeClr val="bg1"/>
                </a:solidFill>
              </a:rPr>
              <a:t>→</a:t>
            </a:r>
            <a:r>
              <a:rPr altLang="en-US" dirty="0" sz="3200" lang="zh-CN">
                <a:solidFill>
                  <a:schemeClr val="bg1"/>
                </a:solidFill>
              </a:rPr>
              <a:t>不用贴太多</a:t>
            </a:r>
            <a:endParaRPr altLang="en-US" dirty="0" sz="3200" lang="zh-CN">
              <a:solidFill>
                <a:schemeClr val="bg1"/>
              </a:solidFill>
            </a:endParaRPr>
          </a:p>
        </p:txBody>
      </p:sp>
      <p:sp>
        <p:nvSpPr>
          <p:cNvPr id="1048800" name="文本框 2"/>
          <p:cNvSpPr txBox="1"/>
          <p:nvPr/>
        </p:nvSpPr>
        <p:spPr>
          <a:xfrm>
            <a:off x="7170296" y="2763185"/>
            <a:ext cx="4971737" cy="2301240"/>
          </a:xfrm>
          <a:prstGeom prst="rect"/>
          <a:noFill/>
        </p:spPr>
        <p:txBody>
          <a:bodyPr rtlCol="0" wrap="square">
            <a:spAutoFit/>
          </a:bodyPr>
          <a:p>
            <a:r>
              <a:rPr altLang="en-US" b="1" dirty="0" sz="4400" lang="zh-CN">
                <a:solidFill>
                  <a:srgbClr val="FF0000"/>
                </a:solidFill>
              </a:rPr>
              <a:t>光滑的面朝上</a:t>
            </a:r>
            <a:r>
              <a:rPr altLang="zh-CN" b="1" dirty="0" sz="4400" lang="en-US">
                <a:solidFill>
                  <a:srgbClr val="FF0000"/>
                </a:solidFill>
              </a:rPr>
              <a:t>!!</a:t>
            </a:r>
            <a:endParaRPr altLang="zh-CN" b="1" dirty="0" sz="4400" lang="en-US">
              <a:solidFill>
                <a:srgbClr val="FF0000"/>
              </a:solidFill>
            </a:endParaRPr>
          </a:p>
          <a:p>
            <a:r>
              <a:rPr altLang="en-US" b="1" dirty="0" sz="4400" lang="zh-CN">
                <a:solidFill>
                  <a:srgbClr val="FF0000"/>
                </a:solidFill>
              </a:rPr>
              <a:t>光滑的面朝上</a:t>
            </a:r>
            <a:r>
              <a:rPr altLang="zh-CN" b="1" dirty="0" sz="4400" lang="en-US">
                <a:solidFill>
                  <a:srgbClr val="FF0000"/>
                </a:solidFill>
              </a:rPr>
              <a:t>!!</a:t>
            </a:r>
            <a:endParaRPr altLang="zh-CN" b="1" dirty="0" sz="4400" lang="en-US">
              <a:solidFill>
                <a:srgbClr val="FF0000"/>
              </a:solidFill>
            </a:endParaRPr>
          </a:p>
          <a:p>
            <a:r>
              <a:rPr altLang="en-US" b="1" dirty="0" sz="4400" lang="zh-CN">
                <a:solidFill>
                  <a:srgbClr val="FF0000"/>
                </a:solidFill>
              </a:rPr>
              <a:t>光滑的面朝上</a:t>
            </a:r>
            <a:r>
              <a:rPr altLang="zh-CN" b="1" dirty="0" sz="4400" lang="en-US">
                <a:solidFill>
                  <a:srgbClr val="FF0000"/>
                </a:solidFill>
              </a:rPr>
              <a:t>!!</a:t>
            </a:r>
            <a:endParaRPr altLang="en-US" b="1" dirty="0" sz="4400" lang="zh-CN">
              <a:solidFill>
                <a:srgbClr val="FF00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06" name=""/>
        <p:cNvGrpSpPr/>
        <p:nvPr/>
      </p:nvGrpSpPr>
      <p:grpSpPr>
        <a:xfrm>
          <a:off x="0" y="0"/>
          <a:ext cx="0" cy="0"/>
          <a:chOff x="0" y="0"/>
          <a:chExt cx="0" cy="0"/>
        </a:xfrm>
      </p:grpSpPr>
      <p:pic>
        <p:nvPicPr>
          <p:cNvPr id="2097179" name="Picture 2" descr="C:\Users\HASEE\Desktop\制板流程\1-4.png1-4"/>
          <p:cNvPicPr>
            <a:picLocks noChangeAspect="1" noChangeArrowheads="1"/>
          </p:cNvPicPr>
          <p:nvPr/>
        </p:nvPicPr>
        <p:blipFill>
          <a:blip xmlns:r="http://schemas.openxmlformats.org/officeDocument/2006/relationships" r:embed="rId2"/>
          <a:srcRect/>
          <a:stretch>
            <a:fillRect/>
          </a:stretch>
        </p:blipFill>
        <p:spPr bwMode="auto">
          <a:xfrm>
            <a:off x="2646509" y="1720355"/>
            <a:ext cx="5903595" cy="4427855"/>
          </a:xfrm>
          <a:prstGeom prst="rect"/>
          <a:noFill/>
        </p:spPr>
      </p:pic>
      <p:sp>
        <p:nvSpPr>
          <p:cNvPr id="1048801" name="文本框 3"/>
          <p:cNvSpPr txBox="1"/>
          <p:nvPr/>
        </p:nvSpPr>
        <p:spPr>
          <a:xfrm>
            <a:off x="3856990" y="562610"/>
            <a:ext cx="3723005" cy="891539"/>
          </a:xfrm>
          <a:prstGeom prst="rect"/>
          <a:solidFill>
            <a:srgbClr val="FF0000"/>
          </a:solidFill>
        </p:spPr>
        <p:txBody>
          <a:bodyPr rtlCol="0" wrap="square">
            <a:spAutoFit/>
          </a:bodyPr>
          <a:p>
            <a:pPr algn="ctr"/>
            <a:r>
              <a:rPr altLang="zh-CN" sz="4800" lang="en-US"/>
              <a:t>No.1</a:t>
            </a:r>
            <a:r>
              <a:rPr altLang="en-US" sz="4800" lang="zh-CN"/>
              <a:t> 打印</a:t>
            </a:r>
            <a:endParaRPr altLang="en-US" sz="4800" lang="zh-CN"/>
          </a:p>
        </p:txBody>
      </p:sp>
      <p:sp>
        <p:nvSpPr>
          <p:cNvPr id="1048802" name="文本框 2"/>
          <p:cNvSpPr txBox="1"/>
          <p:nvPr/>
        </p:nvSpPr>
        <p:spPr>
          <a:xfrm>
            <a:off x="3856990" y="4719095"/>
            <a:ext cx="3484881" cy="764539"/>
          </a:xfrm>
          <a:prstGeom prst="rect"/>
          <a:noFill/>
        </p:spPr>
        <p:txBody>
          <a:bodyPr rtlCol="0" wrap="none">
            <a:spAutoFit/>
          </a:bodyPr>
          <a:p>
            <a:r>
              <a:rPr altLang="en-US" b="1" dirty="0" sz="4000" lang="zh-CN">
                <a:solidFill>
                  <a:srgbClr val="FF0000"/>
                </a:solidFill>
                <a:latin typeface="华文新魏" panose="02010800040101010101" pitchFamily="2" charset="-122"/>
                <a:ea typeface="华文新魏" panose="02010800040101010101" pitchFamily="2" charset="-122"/>
              </a:rPr>
              <a:t>光滑的面朝上</a:t>
            </a:r>
            <a:r>
              <a:rPr altLang="zh-CN" b="1" dirty="0" sz="4000" lang="en-US">
                <a:solidFill>
                  <a:srgbClr val="FF0000"/>
                </a:solidFill>
                <a:latin typeface="华文新魏" panose="02010800040101010101" pitchFamily="2" charset="-122"/>
                <a:ea typeface="华文新魏" panose="02010800040101010101" pitchFamily="2" charset="-122"/>
              </a:rPr>
              <a:t>!!</a:t>
            </a:r>
            <a:endParaRPr altLang="zh-CN" b="1" dirty="0" sz="4000" lang="en-US">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07" name=""/>
        <p:cNvGrpSpPr/>
        <p:nvPr/>
      </p:nvGrpSpPr>
      <p:grpSpPr>
        <a:xfrm>
          <a:off x="0" y="0"/>
          <a:ext cx="0" cy="0"/>
          <a:chOff x="0" y="0"/>
          <a:chExt cx="0" cy="0"/>
        </a:xfrm>
      </p:grpSpPr>
      <p:pic>
        <p:nvPicPr>
          <p:cNvPr id="2097180" name="Picture 2" descr="C:\Users\HASEE\Desktop\制板流程\1-5.png1-5"/>
          <p:cNvPicPr>
            <a:picLocks noChangeAspect="1" noChangeArrowheads="1"/>
          </p:cNvPicPr>
          <p:nvPr/>
        </p:nvPicPr>
        <p:blipFill>
          <a:blip xmlns:r="http://schemas.openxmlformats.org/officeDocument/2006/relationships" r:embed="rId2"/>
          <a:srcRect/>
          <a:stretch>
            <a:fillRect/>
          </a:stretch>
        </p:blipFill>
        <p:spPr bwMode="auto">
          <a:xfrm>
            <a:off x="2766430" y="1639622"/>
            <a:ext cx="5903595" cy="4427220"/>
          </a:xfrm>
          <a:prstGeom prst="rect"/>
          <a:noFill/>
        </p:spPr>
      </p:pic>
      <p:sp>
        <p:nvSpPr>
          <p:cNvPr id="1048803" name="文本框 3"/>
          <p:cNvSpPr txBox="1"/>
          <p:nvPr/>
        </p:nvSpPr>
        <p:spPr>
          <a:xfrm>
            <a:off x="3856990" y="562610"/>
            <a:ext cx="3723005" cy="891539"/>
          </a:xfrm>
          <a:prstGeom prst="rect"/>
          <a:solidFill>
            <a:srgbClr val="FF0000"/>
          </a:solidFill>
        </p:spPr>
        <p:txBody>
          <a:bodyPr rtlCol="0" wrap="square">
            <a:spAutoFit/>
          </a:bodyPr>
          <a:p>
            <a:pPr algn="ctr"/>
            <a:r>
              <a:rPr altLang="zh-CN" sz="4800" lang="en-US"/>
              <a:t>No.1</a:t>
            </a:r>
            <a:r>
              <a:rPr altLang="en-US" sz="4800" lang="zh-CN"/>
              <a:t> 打印</a:t>
            </a:r>
            <a:endParaRPr altLang="en-US" sz="4800" lang="zh-C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08" name=""/>
        <p:cNvGrpSpPr/>
        <p:nvPr/>
      </p:nvGrpSpPr>
      <p:grpSpPr>
        <a:xfrm>
          <a:off x="0" y="0"/>
          <a:ext cx="0" cy="0"/>
          <a:chOff x="0" y="0"/>
          <a:chExt cx="0" cy="0"/>
        </a:xfrm>
      </p:grpSpPr>
      <p:pic>
        <p:nvPicPr>
          <p:cNvPr id="2097181" name="Picture 2" descr="C:\Users\HASEE\Desktop\制板流程\7F6BCBF41B6B6AFAF7C5D6B3827DE00B.png7F6BCBF41B6B6AFAF7C5D6B3827DE00B"/>
          <p:cNvPicPr>
            <a:picLocks noChangeAspect="1" noChangeArrowheads="1"/>
          </p:cNvPicPr>
          <p:nvPr/>
        </p:nvPicPr>
        <p:blipFill>
          <a:blip xmlns:r="http://schemas.openxmlformats.org/officeDocument/2006/relationships" r:embed="rId2"/>
          <a:srcRect/>
          <a:stretch>
            <a:fillRect/>
          </a:stretch>
        </p:blipFill>
        <p:spPr bwMode="auto">
          <a:xfrm>
            <a:off x="2766430" y="1639622"/>
            <a:ext cx="5903595" cy="4427220"/>
          </a:xfrm>
          <a:prstGeom prst="rect"/>
          <a:noFill/>
        </p:spPr>
      </p:pic>
      <p:sp>
        <p:nvSpPr>
          <p:cNvPr id="1048804" name="文本框 3"/>
          <p:cNvSpPr txBox="1"/>
          <p:nvPr/>
        </p:nvSpPr>
        <p:spPr>
          <a:xfrm>
            <a:off x="3856990" y="562610"/>
            <a:ext cx="3723005" cy="891539"/>
          </a:xfrm>
          <a:prstGeom prst="rect"/>
          <a:solidFill>
            <a:srgbClr val="FF0000"/>
          </a:solidFill>
        </p:spPr>
        <p:txBody>
          <a:bodyPr rtlCol="0" wrap="square">
            <a:spAutoFit/>
          </a:bodyPr>
          <a:p>
            <a:pPr algn="ctr"/>
            <a:r>
              <a:rPr altLang="zh-CN" sz="4800" lang="en-US"/>
              <a:t>No.2</a:t>
            </a:r>
            <a:r>
              <a:rPr altLang="en-US" sz="4800" lang="zh-CN"/>
              <a:t> 转印</a:t>
            </a:r>
            <a:endParaRPr altLang="en-US" sz="4800" lang="zh-CN"/>
          </a:p>
        </p:txBody>
      </p:sp>
      <p:sp>
        <p:nvSpPr>
          <p:cNvPr id="1048805" name="文本框 1"/>
          <p:cNvSpPr txBox="1"/>
          <p:nvPr/>
        </p:nvSpPr>
        <p:spPr>
          <a:xfrm>
            <a:off x="8999855" y="2855595"/>
            <a:ext cx="2540000" cy="2377440"/>
          </a:xfrm>
          <a:prstGeom prst="rect"/>
          <a:noFill/>
        </p:spPr>
        <p:txBody>
          <a:bodyPr anchor="t" rtlCol="0" wrap="square">
            <a:spAutoFit/>
          </a:bodyPr>
          <a:p>
            <a:r>
              <a:rPr altLang="zh-CN" dirty="0" sz="2800" lang="en-US">
                <a:solidFill>
                  <a:srgbClr val="FF0000"/>
                </a:solidFill>
                <a:highlight>
                  <a:srgbClr val="FFFFFF"/>
                </a:highlight>
                <a:sym typeface="+mn-ea"/>
              </a:rPr>
              <a:t>FBI  WARNING</a:t>
            </a:r>
            <a:endParaRPr altLang="en-US" dirty="0" sz="2800" lang="zh-CN">
              <a:highlight>
                <a:srgbClr val="FFFFFF"/>
              </a:highlight>
            </a:endParaRPr>
          </a:p>
          <a:p>
            <a:r>
              <a:rPr altLang="en-US" dirty="0" sz="2800" lang="zh-CN">
                <a:solidFill>
                  <a:schemeClr val="bg2">
                    <a:lumMod val="75000"/>
                  </a:schemeClr>
                </a:solidFill>
                <a:highlight>
                  <a:srgbClr val="FFFFFF"/>
                </a:highlight>
              </a:rPr>
              <a:t>磨砂纸用了别急着扔</a:t>
            </a:r>
            <a:r>
              <a:rPr altLang="zh-CN" dirty="0" sz="2800" lang="en-US">
                <a:solidFill>
                  <a:schemeClr val="bg2">
                    <a:lumMod val="75000"/>
                  </a:schemeClr>
                </a:solidFill>
                <a:highlight>
                  <a:srgbClr val="FFFFFF"/>
                </a:highlight>
              </a:rPr>
              <a:t>(</a:t>
            </a:r>
            <a:r>
              <a:rPr altLang="en-US" dirty="0" sz="2800" lang="zh-CN">
                <a:solidFill>
                  <a:schemeClr val="bg2">
                    <a:lumMod val="75000"/>
                  </a:schemeClr>
                </a:solidFill>
                <a:highlight>
                  <a:srgbClr val="FFFFFF"/>
                </a:highlight>
              </a:rPr>
              <a:t>循环利用</a:t>
            </a:r>
            <a:r>
              <a:rPr altLang="zh-CN" dirty="0" sz="2800" lang="en-US">
                <a:solidFill>
                  <a:schemeClr val="bg2">
                    <a:lumMod val="75000"/>
                  </a:schemeClr>
                </a:solidFill>
                <a:highlight>
                  <a:srgbClr val="FFFFFF"/>
                </a:highlight>
              </a:rPr>
              <a:t>)</a:t>
            </a:r>
            <a:endParaRPr altLang="zh-CN" dirty="0" sz="2800" lang="en-US">
              <a:solidFill>
                <a:schemeClr val="bg2">
                  <a:lumMod val="75000"/>
                </a:schemeClr>
              </a:solidFill>
              <a:highlight>
                <a:srgbClr val="FFFFFF"/>
              </a:highlight>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09" name=""/>
        <p:cNvGrpSpPr/>
        <p:nvPr/>
      </p:nvGrpSpPr>
      <p:grpSpPr>
        <a:xfrm>
          <a:off x="0" y="0"/>
          <a:ext cx="0" cy="0"/>
          <a:chOff x="0" y="0"/>
          <a:chExt cx="0" cy="0"/>
        </a:xfrm>
      </p:grpSpPr>
      <p:pic>
        <p:nvPicPr>
          <p:cNvPr id="2097182" name="Picture 2" descr="C:\Users\HASEE\Desktop\制板流程\AC95B10788FC1C06304E9A3484E60669.pngAC95B10788FC1C06304E9A3484E60669"/>
          <p:cNvPicPr>
            <a:picLocks noChangeAspect="1" noChangeArrowheads="1"/>
          </p:cNvPicPr>
          <p:nvPr/>
        </p:nvPicPr>
        <p:blipFill>
          <a:blip xmlns:r="http://schemas.openxmlformats.org/officeDocument/2006/relationships" r:embed="rId2"/>
          <a:srcRect/>
          <a:stretch>
            <a:fillRect/>
          </a:stretch>
        </p:blipFill>
        <p:spPr bwMode="auto">
          <a:xfrm>
            <a:off x="4058020" y="1639304"/>
            <a:ext cx="3320415" cy="4427855"/>
          </a:xfrm>
          <a:prstGeom prst="rect"/>
          <a:noFill/>
        </p:spPr>
      </p:pic>
      <p:sp>
        <p:nvSpPr>
          <p:cNvPr id="1048806" name="文本框 3"/>
          <p:cNvSpPr txBox="1"/>
          <p:nvPr/>
        </p:nvSpPr>
        <p:spPr>
          <a:xfrm>
            <a:off x="3856990" y="562610"/>
            <a:ext cx="3723005" cy="891539"/>
          </a:xfrm>
          <a:prstGeom prst="rect"/>
          <a:solidFill>
            <a:srgbClr val="FF0000"/>
          </a:solidFill>
        </p:spPr>
        <p:txBody>
          <a:bodyPr rtlCol="0" wrap="square">
            <a:spAutoFit/>
          </a:bodyPr>
          <a:p>
            <a:pPr algn="ctr"/>
            <a:r>
              <a:rPr altLang="zh-CN" sz="4800" lang="en-US"/>
              <a:t>No.2</a:t>
            </a:r>
            <a:r>
              <a:rPr altLang="en-US" sz="4800" lang="zh-CN"/>
              <a:t> 转印</a:t>
            </a:r>
            <a:endParaRPr altLang="en-US" sz="4800" lang="zh-C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0" name=""/>
        <p:cNvGrpSpPr/>
        <p:nvPr/>
      </p:nvGrpSpPr>
      <p:grpSpPr>
        <a:xfrm>
          <a:off x="0" y="0"/>
          <a:ext cx="0" cy="0"/>
          <a:chOff x="0" y="0"/>
          <a:chExt cx="0" cy="0"/>
        </a:xfrm>
      </p:grpSpPr>
      <p:pic>
        <p:nvPicPr>
          <p:cNvPr id="2097183" name="Picture 2" descr="C:\Users\HASEE\Desktop\制板流程\1-6.png1-6"/>
          <p:cNvPicPr>
            <a:picLocks noChangeAspect="1" noChangeArrowheads="1"/>
          </p:cNvPicPr>
          <p:nvPr/>
        </p:nvPicPr>
        <p:blipFill>
          <a:blip xmlns:r="http://schemas.openxmlformats.org/officeDocument/2006/relationships" r:embed="rId2"/>
          <a:srcRect/>
          <a:stretch>
            <a:fillRect/>
          </a:stretch>
        </p:blipFill>
        <p:spPr bwMode="auto">
          <a:xfrm>
            <a:off x="2766430" y="1639622"/>
            <a:ext cx="5903595" cy="4427220"/>
          </a:xfrm>
          <a:prstGeom prst="rect"/>
          <a:noFill/>
        </p:spPr>
      </p:pic>
      <p:sp>
        <p:nvSpPr>
          <p:cNvPr id="1048807" name="文本框 3"/>
          <p:cNvSpPr txBox="1"/>
          <p:nvPr/>
        </p:nvSpPr>
        <p:spPr>
          <a:xfrm>
            <a:off x="3856990" y="562610"/>
            <a:ext cx="3723005" cy="891539"/>
          </a:xfrm>
          <a:prstGeom prst="rect"/>
          <a:solidFill>
            <a:srgbClr val="FF0000"/>
          </a:solidFill>
        </p:spPr>
        <p:txBody>
          <a:bodyPr rtlCol="0" wrap="square">
            <a:spAutoFit/>
          </a:bodyPr>
          <a:p>
            <a:pPr algn="ctr"/>
            <a:r>
              <a:rPr altLang="zh-CN" sz="4800" lang="en-US"/>
              <a:t>No.2</a:t>
            </a:r>
            <a:r>
              <a:rPr altLang="en-US" sz="4800" lang="zh-CN"/>
              <a:t> 转印</a:t>
            </a:r>
            <a:endParaRPr altLang="en-US" sz="4800" lang="zh-C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1" name=""/>
        <p:cNvGrpSpPr/>
        <p:nvPr/>
      </p:nvGrpSpPr>
      <p:grpSpPr>
        <a:xfrm>
          <a:off x="0" y="0"/>
          <a:ext cx="0" cy="0"/>
          <a:chOff x="0" y="0"/>
          <a:chExt cx="0" cy="0"/>
        </a:xfrm>
      </p:grpSpPr>
      <p:pic>
        <p:nvPicPr>
          <p:cNvPr id="2097184" name="Picture 2" descr="C:\Users\HASEE\Desktop\制板流程\1.jpg1"/>
          <p:cNvPicPr>
            <a:picLocks noChangeAspect="1" noChangeArrowheads="1"/>
          </p:cNvPicPr>
          <p:nvPr/>
        </p:nvPicPr>
        <p:blipFill>
          <a:blip xmlns:r="http://schemas.openxmlformats.org/officeDocument/2006/relationships" r:embed="rId2"/>
          <a:srcRect/>
          <a:stretch>
            <a:fillRect/>
          </a:stretch>
        </p:blipFill>
        <p:spPr bwMode="auto">
          <a:xfrm>
            <a:off x="1283606" y="1392555"/>
            <a:ext cx="7370445" cy="5464810"/>
          </a:xfrm>
          <a:prstGeom prst="rect"/>
          <a:noFill/>
        </p:spPr>
      </p:pic>
      <p:sp>
        <p:nvSpPr>
          <p:cNvPr id="1048808" name="文本框 3"/>
          <p:cNvSpPr txBox="1"/>
          <p:nvPr/>
        </p:nvSpPr>
        <p:spPr>
          <a:xfrm>
            <a:off x="3856990" y="562610"/>
            <a:ext cx="3723005" cy="891539"/>
          </a:xfrm>
          <a:prstGeom prst="rect"/>
          <a:solidFill>
            <a:srgbClr val="FF0000"/>
          </a:solidFill>
        </p:spPr>
        <p:txBody>
          <a:bodyPr rtlCol="0" wrap="square">
            <a:spAutoFit/>
          </a:bodyPr>
          <a:p>
            <a:pPr algn="ctr"/>
            <a:r>
              <a:rPr altLang="zh-CN" sz="4800" lang="en-US"/>
              <a:t>No.2</a:t>
            </a:r>
            <a:r>
              <a:rPr altLang="en-US" sz="4800" lang="zh-CN"/>
              <a:t> 转印</a:t>
            </a:r>
            <a:endParaRPr altLang="en-US" sz="4800" lang="zh-CN"/>
          </a:p>
        </p:txBody>
      </p:sp>
      <p:sp>
        <p:nvSpPr>
          <p:cNvPr id="1048809" name="文本框 1"/>
          <p:cNvSpPr txBox="1"/>
          <p:nvPr/>
        </p:nvSpPr>
        <p:spPr>
          <a:xfrm>
            <a:off x="8814217" y="3057993"/>
            <a:ext cx="3512695" cy="1437640"/>
          </a:xfrm>
          <a:prstGeom prst="rect"/>
          <a:noFill/>
        </p:spPr>
        <p:txBody>
          <a:bodyPr rtlCol="0" wrap="square">
            <a:spAutoFit/>
          </a:bodyPr>
          <a:p>
            <a:r>
              <a:rPr altLang="en-US" b="1" dirty="0" sz="4000" lang="zh-CN">
                <a:solidFill>
                  <a:srgbClr val="FF0000"/>
                </a:solidFill>
              </a:rPr>
              <a:t>产生的垃圾要</a:t>
            </a:r>
            <a:endParaRPr altLang="en-US" b="1" dirty="0" sz="4000" lang="zh-CN">
              <a:solidFill>
                <a:srgbClr val="FF0000"/>
              </a:solidFill>
            </a:endParaRPr>
          </a:p>
          <a:p>
            <a:r>
              <a:rPr altLang="en-US" b="1" dirty="0" sz="4000" lang="zh-CN">
                <a:solidFill>
                  <a:srgbClr val="FF0000"/>
                </a:solidFill>
              </a:rPr>
              <a:t>自己带走！！</a:t>
            </a:r>
            <a:endParaRPr altLang="en-US" b="1" dirty="0" sz="4000" lang="zh-CN">
              <a:solidFill>
                <a:srgbClr val="FF00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2" name=""/>
        <p:cNvGrpSpPr/>
        <p:nvPr/>
      </p:nvGrpSpPr>
      <p:grpSpPr>
        <a:xfrm>
          <a:off x="0" y="0"/>
          <a:ext cx="0" cy="0"/>
          <a:chOff x="0" y="0"/>
          <a:chExt cx="0" cy="0"/>
        </a:xfrm>
      </p:grpSpPr>
      <p:sp>
        <p:nvSpPr>
          <p:cNvPr id="1048810" name="文本框 3"/>
          <p:cNvSpPr txBox="1"/>
          <p:nvPr/>
        </p:nvSpPr>
        <p:spPr>
          <a:xfrm>
            <a:off x="3856990" y="562610"/>
            <a:ext cx="3723005" cy="829945"/>
          </a:xfrm>
          <a:prstGeom prst="rect"/>
          <a:solidFill>
            <a:srgbClr val="FF0000"/>
          </a:solidFill>
        </p:spPr>
        <p:txBody>
          <a:bodyPr rtlCol="0" wrap="square">
            <a:spAutoFit/>
          </a:bodyPr>
          <a:p>
            <a:pPr algn="ctr"/>
            <a:r>
              <a:rPr altLang="zh-CN" dirty="0" sz="4800" lang="en-US">
                <a:sym typeface="+mn-ea"/>
              </a:rPr>
              <a:t>No.3</a:t>
            </a:r>
            <a:r>
              <a:rPr dirty="0" sz="4800" lang="en-US">
                <a:sym typeface="+mn-ea"/>
              </a:rPr>
              <a:t> </a:t>
            </a:r>
            <a:r>
              <a:rPr altLang="en-US" dirty="0" sz="4800" lang="zh-CN">
                <a:sym typeface="+mn-ea"/>
              </a:rPr>
              <a:t>钻孔</a:t>
            </a:r>
            <a:endParaRPr altLang="en-US" dirty="0" sz="4800" lang="zh-CN"/>
          </a:p>
        </p:txBody>
      </p:sp>
      <p:pic>
        <p:nvPicPr>
          <p:cNvPr id="2097185" name="图片 1" descr="IMG_0129"/>
          <p:cNvPicPr>
            <a:picLocks noChangeAspect="1"/>
          </p:cNvPicPr>
          <p:nvPr/>
        </p:nvPicPr>
        <p:blipFill>
          <a:blip xmlns:r="http://schemas.openxmlformats.org/officeDocument/2006/relationships" r:embed="rId2"/>
          <a:stretch>
            <a:fillRect/>
          </a:stretch>
        </p:blipFill>
        <p:spPr>
          <a:xfrm>
            <a:off x="3669665" y="1392555"/>
            <a:ext cx="4097655" cy="5466080"/>
          </a:xfrm>
          <a:prstGeom prst="rect"/>
        </p:spPr>
      </p:pic>
      <p:sp>
        <p:nvSpPr>
          <p:cNvPr id="1048811" name="文本框 2"/>
          <p:cNvSpPr txBox="1"/>
          <p:nvPr/>
        </p:nvSpPr>
        <p:spPr>
          <a:xfrm>
            <a:off x="8101330" y="2409825"/>
            <a:ext cx="2895600" cy="1322070"/>
          </a:xfrm>
          <a:prstGeom prst="rect"/>
          <a:noFill/>
        </p:spPr>
        <p:txBody>
          <a:bodyPr rtlCol="0" wrap="square">
            <a:spAutoFit/>
          </a:bodyPr>
          <a:p>
            <a:r>
              <a:rPr altLang="en-US" b="1" sz="4000" lang="zh-CN">
                <a:solidFill>
                  <a:srgbClr val="FF0000"/>
                </a:solidFill>
                <a:effectLst>
                  <a:outerShdw algn="ctr" blurRad="38100" dir="5400000" dist="25400" rotWithShape="0">
                    <a:srgbClr val="6E747A">
                      <a:alpha val="43000"/>
                    </a:srgbClr>
                  </a:outerShdw>
                </a:effectLst>
              </a:rPr>
              <a:t>正确使用！！</a:t>
            </a:r>
            <a:endParaRPr altLang="en-US" b="1" sz="4000" lang="zh-CN">
              <a:solidFill>
                <a:srgbClr val="FF0000"/>
              </a:solidFill>
              <a:effectLst>
                <a:outerShdw algn="ctr" blurRad="38100" dir="5400000" dist="25400" rotWithShape="0">
                  <a:srgbClr val="6E747A">
                    <a:alpha val="43000"/>
                  </a:srgbClr>
                </a:outerShdw>
              </a:effectLst>
            </a:endParaRPr>
          </a:p>
          <a:p>
            <a:r>
              <a:rPr altLang="en-US" b="1" sz="4000" lang="zh-CN">
                <a:solidFill>
                  <a:srgbClr val="FF0000"/>
                </a:solidFill>
                <a:effectLst>
                  <a:outerShdw algn="ctr" blurRad="38100" dir="5400000" dist="25400" rotWithShape="0">
                    <a:srgbClr val="6E747A">
                      <a:alpha val="43000"/>
                    </a:srgbClr>
                  </a:outerShdw>
                </a:effectLst>
              </a:rPr>
              <a:t>注意安全！！</a:t>
            </a:r>
            <a:endParaRPr altLang="en-US" b="1" sz="4000" lang="zh-CN">
              <a:solidFill>
                <a:srgbClr val="FF0000"/>
              </a:solidFill>
              <a:effectLst>
                <a:outerShdw algn="ctr" blurRad="38100" dir="5400000" dist="25400" rotWithShape="0">
                  <a:srgbClr val="6E747A">
                    <a:alpha val="43000"/>
                  </a:srgbClr>
                </a:outerShdw>
              </a:effectL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3" name=""/>
        <p:cNvGrpSpPr/>
        <p:nvPr/>
      </p:nvGrpSpPr>
      <p:grpSpPr>
        <a:xfrm>
          <a:off x="0" y="0"/>
          <a:ext cx="0" cy="0"/>
          <a:chOff x="0" y="0"/>
          <a:chExt cx="0" cy="0"/>
        </a:xfrm>
      </p:grpSpPr>
      <p:sp>
        <p:nvSpPr>
          <p:cNvPr id="1048812" name="文本框 3"/>
          <p:cNvSpPr txBox="1"/>
          <p:nvPr/>
        </p:nvSpPr>
        <p:spPr>
          <a:xfrm>
            <a:off x="3856990" y="562610"/>
            <a:ext cx="3723005" cy="829945"/>
          </a:xfrm>
          <a:prstGeom prst="rect"/>
          <a:solidFill>
            <a:srgbClr val="FF0000"/>
          </a:solidFill>
        </p:spPr>
        <p:txBody>
          <a:bodyPr rtlCol="0" wrap="square">
            <a:spAutoFit/>
          </a:bodyPr>
          <a:p>
            <a:pPr algn="ctr"/>
            <a:r>
              <a:rPr altLang="zh-CN" dirty="0" sz="4800" lang="en-US"/>
              <a:t>No.3</a:t>
            </a:r>
            <a:r>
              <a:rPr dirty="0" sz="4800" lang="en-US"/>
              <a:t> </a:t>
            </a:r>
            <a:r>
              <a:rPr altLang="en-US" dirty="0" sz="4800" lang="zh-CN"/>
              <a:t>钻孔</a:t>
            </a:r>
            <a:endParaRPr altLang="en-US" dirty="0" sz="4800" lang="zh-CN"/>
          </a:p>
        </p:txBody>
      </p:sp>
      <p:pic>
        <p:nvPicPr>
          <p:cNvPr id="2097186" name="图片 2"/>
          <p:cNvPicPr>
            <a:picLocks noChangeAspect="1"/>
          </p:cNvPicPr>
          <p:nvPr/>
        </p:nvPicPr>
        <p:blipFill>
          <a:blip xmlns:r="http://schemas.openxmlformats.org/officeDocument/2006/relationships" r:embed="rId2"/>
          <a:stretch>
            <a:fillRect/>
          </a:stretch>
        </p:blipFill>
        <p:spPr>
          <a:xfrm>
            <a:off x="2955341" y="1616660"/>
            <a:ext cx="5281575" cy="5018022"/>
          </a:xfrm>
          <a:prstGeom prst="rec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4" name=""/>
        <p:cNvGrpSpPr/>
        <p:nvPr/>
      </p:nvGrpSpPr>
      <p:grpSpPr>
        <a:xfrm>
          <a:off x="0" y="0"/>
          <a:ext cx="0" cy="0"/>
          <a:chOff x="0" y="0"/>
          <a:chExt cx="0" cy="0"/>
        </a:xfrm>
      </p:grpSpPr>
      <p:sp>
        <p:nvSpPr>
          <p:cNvPr id="1048813" name="文本框 3"/>
          <p:cNvSpPr txBox="1"/>
          <p:nvPr/>
        </p:nvSpPr>
        <p:spPr>
          <a:xfrm>
            <a:off x="3856990" y="562610"/>
            <a:ext cx="3723005" cy="829945"/>
          </a:xfrm>
          <a:prstGeom prst="rect"/>
          <a:solidFill>
            <a:srgbClr val="FF0000"/>
          </a:solidFill>
        </p:spPr>
        <p:txBody>
          <a:bodyPr rtlCol="0" wrap="square">
            <a:spAutoFit/>
          </a:bodyPr>
          <a:p>
            <a:pPr algn="ctr"/>
            <a:r>
              <a:rPr altLang="zh-CN" dirty="0" sz="4800" lang="en-US"/>
              <a:t>No.3</a:t>
            </a:r>
            <a:r>
              <a:rPr dirty="0" sz="4800" lang="en-US"/>
              <a:t> </a:t>
            </a:r>
            <a:r>
              <a:rPr altLang="en-US" dirty="0" sz="4800" lang="zh-CN"/>
              <a:t>钻孔</a:t>
            </a:r>
            <a:endParaRPr altLang="en-US" dirty="0" sz="4800" lang="zh-CN"/>
          </a:p>
        </p:txBody>
      </p:sp>
      <p:pic>
        <p:nvPicPr>
          <p:cNvPr id="2097187" name="图片 4"/>
          <p:cNvPicPr>
            <a:picLocks noChangeAspect="1"/>
          </p:cNvPicPr>
          <p:nvPr/>
        </p:nvPicPr>
        <p:blipFill>
          <a:blip xmlns:r="http://schemas.openxmlformats.org/officeDocument/2006/relationships" r:embed="rId2"/>
          <a:stretch>
            <a:fillRect/>
          </a:stretch>
        </p:blipFill>
        <p:spPr>
          <a:xfrm>
            <a:off x="2054284" y="1553490"/>
            <a:ext cx="7091992" cy="5074082"/>
          </a:xfrm>
          <a:prstGeom prst="rec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5" name=""/>
        <p:cNvGrpSpPr/>
        <p:nvPr/>
      </p:nvGrpSpPr>
      <p:grpSpPr>
        <a:xfrm>
          <a:off x="0" y="0"/>
          <a:ext cx="0" cy="0"/>
          <a:chOff x="0" y="0"/>
          <a:chExt cx="0" cy="0"/>
        </a:xfrm>
      </p:grpSpPr>
      <p:sp>
        <p:nvSpPr>
          <p:cNvPr id="1048814" name="文本框 3"/>
          <p:cNvSpPr txBox="1"/>
          <p:nvPr/>
        </p:nvSpPr>
        <p:spPr>
          <a:xfrm>
            <a:off x="3856990" y="562610"/>
            <a:ext cx="3723005" cy="829945"/>
          </a:xfrm>
          <a:prstGeom prst="rect"/>
          <a:solidFill>
            <a:srgbClr val="FF0000"/>
          </a:solidFill>
        </p:spPr>
        <p:txBody>
          <a:bodyPr rtlCol="0" wrap="square">
            <a:spAutoFit/>
          </a:bodyPr>
          <a:p>
            <a:pPr algn="ctr"/>
            <a:r>
              <a:rPr altLang="zh-CN" dirty="0" sz="4800" lang="en-US">
                <a:sym typeface="+mn-ea"/>
              </a:rPr>
              <a:t>No.3</a:t>
            </a:r>
            <a:r>
              <a:rPr dirty="0" sz="4800" lang="en-US">
                <a:sym typeface="+mn-ea"/>
              </a:rPr>
              <a:t> </a:t>
            </a:r>
            <a:r>
              <a:rPr altLang="en-US" dirty="0" sz="4800" lang="zh-CN">
                <a:sym typeface="+mn-ea"/>
              </a:rPr>
              <a:t>钻孔</a:t>
            </a:r>
            <a:endParaRPr altLang="en-US" dirty="0" sz="4800" lang="zh-CN"/>
          </a:p>
        </p:txBody>
      </p:sp>
      <p:pic>
        <p:nvPicPr>
          <p:cNvPr id="2097188" name="图片 2"/>
          <p:cNvPicPr>
            <a:picLocks noChangeAspect="1"/>
          </p:cNvPicPr>
          <p:nvPr/>
        </p:nvPicPr>
        <p:blipFill>
          <a:blip xmlns:r="http://schemas.openxmlformats.org/officeDocument/2006/relationships" r:embed="rId2"/>
          <a:stretch>
            <a:fillRect/>
          </a:stretch>
        </p:blipFill>
        <p:spPr>
          <a:xfrm>
            <a:off x="1517380" y="1743725"/>
            <a:ext cx="8402223" cy="4877481"/>
          </a:xfrm>
          <a:prstGeom prst="rec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6" name=""/>
        <p:cNvGrpSpPr/>
        <p:nvPr/>
      </p:nvGrpSpPr>
      <p:grpSpPr>
        <a:xfrm>
          <a:off x="0" y="0"/>
          <a:ext cx="0" cy="0"/>
          <a:chOff x="0" y="0"/>
          <a:chExt cx="0" cy="0"/>
        </a:xfrm>
      </p:grpSpPr>
      <p:pic>
        <p:nvPicPr>
          <p:cNvPr id="2097189" name="Picture 2" descr="C:\Users\HASEE\Desktop\制板流程\图片1.png图片1"/>
          <p:cNvPicPr>
            <a:picLocks noChangeAspect="1" noChangeArrowheads="1"/>
          </p:cNvPicPr>
          <p:nvPr/>
        </p:nvPicPr>
        <p:blipFill>
          <a:blip xmlns:r="http://schemas.openxmlformats.org/officeDocument/2006/relationships" r:embed="rId2"/>
          <a:srcRect/>
          <a:stretch>
            <a:fillRect/>
          </a:stretch>
        </p:blipFill>
        <p:spPr bwMode="auto">
          <a:xfrm>
            <a:off x="3732583" y="1673594"/>
            <a:ext cx="3971290" cy="4427855"/>
          </a:xfrm>
          <a:prstGeom prst="rect"/>
          <a:noFill/>
        </p:spPr>
      </p:pic>
      <p:sp>
        <p:nvSpPr>
          <p:cNvPr id="1048815" name="文本框 3"/>
          <p:cNvSpPr txBox="1"/>
          <p:nvPr/>
        </p:nvSpPr>
        <p:spPr>
          <a:xfrm>
            <a:off x="3856990" y="562610"/>
            <a:ext cx="3723005" cy="829945"/>
          </a:xfrm>
          <a:prstGeom prst="rect"/>
          <a:solidFill>
            <a:srgbClr val="FF0000"/>
          </a:solidFill>
        </p:spPr>
        <p:txBody>
          <a:bodyPr rtlCol="0" wrap="square">
            <a:spAutoFit/>
          </a:bodyPr>
          <a:p>
            <a:pPr algn="ctr"/>
            <a:r>
              <a:rPr altLang="zh-CN" dirty="0" sz="4800" lang="en-US"/>
              <a:t>No.4</a:t>
            </a:r>
            <a:r>
              <a:rPr altLang="en-US" dirty="0" sz="4800" lang="zh-CN"/>
              <a:t>腐蚀</a:t>
            </a:r>
            <a:endParaRPr altLang="en-US" dirty="0" sz="4800" lang="zh-C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7" name=""/>
        <p:cNvGrpSpPr/>
        <p:nvPr/>
      </p:nvGrpSpPr>
      <p:grpSpPr>
        <a:xfrm>
          <a:off x="0" y="0"/>
          <a:ext cx="0" cy="0"/>
          <a:chOff x="0" y="0"/>
          <a:chExt cx="0" cy="0"/>
        </a:xfrm>
      </p:grpSpPr>
      <p:pic>
        <p:nvPicPr>
          <p:cNvPr id="2097190" name="Picture 2" descr="C:\Users\HASEE\Desktop\制板流程\3.jpg3"/>
          <p:cNvPicPr>
            <a:picLocks noChangeAspect="1" noChangeArrowheads="1"/>
          </p:cNvPicPr>
          <p:nvPr/>
        </p:nvPicPr>
        <p:blipFill>
          <a:blip xmlns:r="http://schemas.openxmlformats.org/officeDocument/2006/relationships" r:embed="rId2"/>
          <a:srcRect/>
          <a:stretch>
            <a:fillRect/>
          </a:stretch>
        </p:blipFill>
        <p:spPr bwMode="auto">
          <a:xfrm>
            <a:off x="3102392" y="1766377"/>
            <a:ext cx="3282950" cy="4427855"/>
          </a:xfrm>
          <a:prstGeom prst="rect"/>
          <a:noFill/>
        </p:spPr>
      </p:pic>
      <p:sp>
        <p:nvSpPr>
          <p:cNvPr id="1048816" name="文本框 3"/>
          <p:cNvSpPr txBox="1"/>
          <p:nvPr/>
        </p:nvSpPr>
        <p:spPr>
          <a:xfrm>
            <a:off x="3385807" y="600317"/>
            <a:ext cx="4664841" cy="830997"/>
          </a:xfrm>
          <a:prstGeom prst="rect"/>
          <a:solidFill>
            <a:srgbClr val="FF0000"/>
          </a:solidFill>
        </p:spPr>
        <p:txBody>
          <a:bodyPr rtlCol="0" wrap="square">
            <a:spAutoFit/>
          </a:bodyPr>
          <a:p>
            <a:pPr algn="ctr"/>
            <a:r>
              <a:rPr altLang="zh-CN" dirty="0" sz="4800" lang="en-US">
                <a:sym typeface="+mn-ea"/>
              </a:rPr>
              <a:t>No.4</a:t>
            </a:r>
            <a:r>
              <a:rPr altLang="en-US" dirty="0" sz="4800" lang="zh-CN">
                <a:sym typeface="+mn-ea"/>
              </a:rPr>
              <a:t> 冲洗打磨</a:t>
            </a:r>
            <a:endParaRPr altLang="en-US" dirty="0" sz="4800" lang="zh-CN"/>
          </a:p>
        </p:txBody>
      </p:sp>
      <p:sp>
        <p:nvSpPr>
          <p:cNvPr id="1048817" name="文本框 1"/>
          <p:cNvSpPr txBox="1"/>
          <p:nvPr/>
        </p:nvSpPr>
        <p:spPr>
          <a:xfrm>
            <a:off x="6825521" y="2158583"/>
            <a:ext cx="4414651" cy="1323439"/>
          </a:xfrm>
          <a:prstGeom prst="rect"/>
          <a:noFill/>
        </p:spPr>
        <p:txBody>
          <a:bodyPr rtlCol="0" wrap="square">
            <a:spAutoFit/>
          </a:bodyPr>
          <a:p>
            <a:r>
              <a:rPr altLang="en-US" dirty="0" sz="4000" lang="zh-CN">
                <a:solidFill>
                  <a:srgbClr val="FFFF00"/>
                </a:solidFill>
              </a:rPr>
              <a:t>有条件的同学可以买洗板水去掉墨层</a:t>
            </a:r>
            <a:endParaRPr altLang="en-US" dirty="0" sz="4000" lang="zh-CN">
              <a:solidFill>
                <a:srgbClr val="FFFF00"/>
              </a:solidFill>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xmlns:r="http://schemas.openxmlformats.org/officeDocument/2006/relationships" r:embed="rId1"/>
          <a:stretch>
            <a:fillRect/>
          </a:stretch>
        </a:blipFill>
        <a:effectLst/>
      </p:bgPr>
    </p:bg>
    <p:spTree>
      <p:nvGrpSpPr>
        <p:cNvPr id="118" name=""/>
        <p:cNvGrpSpPr/>
        <p:nvPr/>
      </p:nvGrpSpPr>
      <p:grpSpPr>
        <a:xfrm>
          <a:off x="0" y="0"/>
          <a:ext cx="0" cy="0"/>
          <a:chOff x="0" y="0"/>
          <a:chExt cx="0" cy="0"/>
        </a:xfrm>
      </p:grpSpPr>
      <p:pic>
        <p:nvPicPr>
          <p:cNvPr id="2097191" name="Picture 2" descr="C:\Users\HASEE\Desktop\制板流程\7.jpg7"/>
          <p:cNvPicPr>
            <a:picLocks noChangeAspect="1" noChangeArrowheads="1"/>
          </p:cNvPicPr>
          <p:nvPr/>
        </p:nvPicPr>
        <p:blipFill>
          <a:blip xmlns:r="http://schemas.openxmlformats.org/officeDocument/2006/relationships" r:embed="rId2"/>
          <a:srcRect/>
          <a:stretch>
            <a:fillRect/>
          </a:stretch>
        </p:blipFill>
        <p:spPr bwMode="auto">
          <a:xfrm>
            <a:off x="4024683" y="1673594"/>
            <a:ext cx="3282950" cy="4427855"/>
          </a:xfrm>
          <a:prstGeom prst="rect"/>
          <a:noFill/>
        </p:spPr>
      </p:pic>
      <p:sp>
        <p:nvSpPr>
          <p:cNvPr id="1048818" name="文本框 3"/>
          <p:cNvSpPr txBox="1"/>
          <p:nvPr/>
        </p:nvSpPr>
        <p:spPr>
          <a:xfrm>
            <a:off x="3856990" y="562610"/>
            <a:ext cx="3723005" cy="829945"/>
          </a:xfrm>
          <a:prstGeom prst="rect"/>
          <a:solidFill>
            <a:srgbClr val="FF0000"/>
          </a:solidFill>
        </p:spPr>
        <p:txBody>
          <a:bodyPr rtlCol="0" wrap="square">
            <a:spAutoFit/>
          </a:bodyPr>
          <a:p>
            <a:pPr algn="ctr"/>
            <a:r>
              <a:rPr altLang="zh-CN" sz="4800" lang="en-US">
                <a:sym typeface="+mn-ea"/>
              </a:rPr>
              <a:t>No5.</a:t>
            </a:r>
            <a:r>
              <a:rPr sz="4800" lang="en-US">
                <a:sym typeface="+mn-ea"/>
              </a:rPr>
              <a:t> </a:t>
            </a:r>
            <a:r>
              <a:rPr altLang="en-US" sz="4800" lang="zh-CN">
                <a:sym typeface="+mn-ea"/>
              </a:rPr>
              <a:t>焊接</a:t>
            </a:r>
            <a:endParaRPr altLang="en-US" sz="4800" lang="zh-CN">
              <a:sym typeface="+mn-ea"/>
            </a:endParaRP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 presetSubtype="0">
                                  <p:stCondLst>
                                    <p:cond delay="0"/>
                                  </p:stCondLst>
                                  <p:childTnLst>
                                    <p:set>
                                      <p:cBhvr>
                                        <p:cTn dur="1" fill="hold" id="6">
                                          <p:stCondLst>
                                            <p:cond delay="0"/>
                                          </p:stCondLst>
                                        </p:cTn>
                                        <p:tgtEl>
                                          <p:spTgt spid="2097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电路">
  <a:themeElements>
    <a:clrScheme name="Circuit">
      <a:dk1>
        <a:sysClr lastClr="000000" val="windowText"/>
      </a:dk1>
      <a:lt1>
        <a:sysClr lastClr="FFFFFF" val="window"/>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fillRect/>
          </a:stretch>
        </a:blip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演示</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itle>集成运算放大器</dc:title>
  <dc:creator>Windows 用户</dc:creator>
  <cp:lastModifiedBy>WPS_1647176838</cp:lastModifiedBy>
  <dcterms:created xsi:type="dcterms:W3CDTF">2018-10-29T02:40:00Z</dcterms:created>
  <dcterms:modified xsi:type="dcterms:W3CDTF">2026-10-24T04:50:06Z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2052-12.1.0.29158</vt:lpwstr>
  </property>
  <property fmtid="{D5CDD505-2E9C-101B-9397-08002B2CF9AE}" pid="3" name="KSOSaveFontToCloudKey">
    <vt:lpwstr>588283818_cloud</vt:lpwstr>
  </property>
  <property fmtid="{D5CDD505-2E9C-101B-9397-08002B2CF9AE}" pid="4" name="ICV">
    <vt:lpwstr>f71ba830d0c54918815a64396426e572_23</vt:lpwstr>
  </property>
</Properties>
</file>